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6" d="100"/>
          <a:sy n="96" d="100"/>
        </p:scale>
        <p:origin x="42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kshith Vanaparthi" userId="b7262aa6de6458fb" providerId="LiveId" clId="{91937E0D-4287-451A-A6F6-2586A4011B85}"/>
    <pc:docChg chg="modSld">
      <pc:chgData name="Deekshith Vanaparthi" userId="b7262aa6de6458fb" providerId="LiveId" clId="{91937E0D-4287-451A-A6F6-2586A4011B85}" dt="2026-05-25T07:30:51.364" v="134" actId="20577"/>
      <pc:docMkLst>
        <pc:docMk/>
      </pc:docMkLst>
      <pc:sldChg chg="modSp mod">
        <pc:chgData name="Deekshith Vanaparthi" userId="b7262aa6de6458fb" providerId="LiveId" clId="{91937E0D-4287-451A-A6F6-2586A4011B85}" dt="2026-05-25T07:30:12.192" v="43" actId="20577"/>
        <pc:sldMkLst>
          <pc:docMk/>
          <pc:sldMk cId="0" sldId="258"/>
        </pc:sldMkLst>
        <pc:spChg chg="mod">
          <ac:chgData name="Deekshith Vanaparthi" userId="b7262aa6de6458fb" providerId="LiveId" clId="{91937E0D-4287-451A-A6F6-2586A4011B85}" dt="2026-05-25T07:30:12.192" v="43" actId="20577"/>
          <ac:spMkLst>
            <pc:docMk/>
            <pc:sldMk cId="0" sldId="258"/>
            <ac:spMk id="90" creationId="{00000000-0000-0000-0000-000000000000}"/>
          </ac:spMkLst>
        </pc:spChg>
        <pc:spChg chg="mod">
          <ac:chgData name="Deekshith Vanaparthi" userId="b7262aa6de6458fb" providerId="LiveId" clId="{91937E0D-4287-451A-A6F6-2586A4011B85}" dt="2026-05-25T06:03:41.909" v="5" actId="20577"/>
          <ac:spMkLst>
            <pc:docMk/>
            <pc:sldMk cId="0" sldId="258"/>
            <ac:spMk id="165" creationId="{00000000-0000-0000-0000-000000000000}"/>
          </ac:spMkLst>
        </pc:spChg>
      </pc:sldChg>
      <pc:sldChg chg="modSp mod">
        <pc:chgData name="Deekshith Vanaparthi" userId="b7262aa6de6458fb" providerId="LiveId" clId="{91937E0D-4287-451A-A6F6-2586A4011B85}" dt="2026-05-25T07:30:19.963" v="59" actId="20577"/>
        <pc:sldMkLst>
          <pc:docMk/>
          <pc:sldMk cId="0" sldId="259"/>
        </pc:sldMkLst>
        <pc:spChg chg="mod">
          <ac:chgData name="Deekshith Vanaparthi" userId="b7262aa6de6458fb" providerId="LiveId" clId="{91937E0D-4287-451A-A6F6-2586A4011B85}" dt="2026-05-25T07:30:19.963" v="59" actId="20577"/>
          <ac:spMkLst>
            <pc:docMk/>
            <pc:sldMk cId="0" sldId="259"/>
            <ac:spMk id="179" creationId="{00000000-0000-0000-0000-000000000000}"/>
          </ac:spMkLst>
        </pc:spChg>
      </pc:sldChg>
      <pc:sldChg chg="modSp mod">
        <pc:chgData name="Deekshith Vanaparthi" userId="b7262aa6de6458fb" providerId="LiveId" clId="{91937E0D-4287-451A-A6F6-2586A4011B85}" dt="2026-05-25T07:30:26.824" v="77" actId="20577"/>
        <pc:sldMkLst>
          <pc:docMk/>
          <pc:sldMk cId="0" sldId="260"/>
        </pc:sldMkLst>
        <pc:spChg chg="mod">
          <ac:chgData name="Deekshith Vanaparthi" userId="b7262aa6de6458fb" providerId="LiveId" clId="{91937E0D-4287-451A-A6F6-2586A4011B85}" dt="2026-05-25T07:30:26.824" v="77" actId="20577"/>
          <ac:spMkLst>
            <pc:docMk/>
            <pc:sldMk cId="0" sldId="260"/>
            <ac:spMk id="268" creationId="{00000000-0000-0000-0000-000000000000}"/>
          </ac:spMkLst>
        </pc:spChg>
        <pc:spChg chg="mod">
          <ac:chgData name="Deekshith Vanaparthi" userId="b7262aa6de6458fb" providerId="LiveId" clId="{91937E0D-4287-451A-A6F6-2586A4011B85}" dt="2026-05-25T06:03:55.341" v="11" actId="20577"/>
          <ac:spMkLst>
            <pc:docMk/>
            <pc:sldMk cId="0" sldId="260"/>
            <ac:spMk id="343" creationId="{00000000-0000-0000-0000-000000000000}"/>
          </ac:spMkLst>
        </pc:spChg>
      </pc:sldChg>
      <pc:sldChg chg="modSp mod">
        <pc:chgData name="Deekshith Vanaparthi" userId="b7262aa6de6458fb" providerId="LiveId" clId="{91937E0D-4287-451A-A6F6-2586A4011B85}" dt="2026-05-25T07:30:42.610" v="109" actId="20577"/>
        <pc:sldMkLst>
          <pc:docMk/>
          <pc:sldMk cId="0" sldId="261"/>
        </pc:sldMkLst>
        <pc:spChg chg="mod">
          <ac:chgData name="Deekshith Vanaparthi" userId="b7262aa6de6458fb" providerId="LiveId" clId="{91937E0D-4287-451A-A6F6-2586A4011B85}" dt="2026-05-25T07:30:42.610" v="109" actId="20577"/>
          <ac:spMkLst>
            <pc:docMk/>
            <pc:sldMk cId="0" sldId="261"/>
            <ac:spMk id="358" creationId="{00000000-0000-0000-0000-000000000000}"/>
          </ac:spMkLst>
        </pc:spChg>
        <pc:spChg chg="mod">
          <ac:chgData name="Deekshith Vanaparthi" userId="b7262aa6de6458fb" providerId="LiveId" clId="{91937E0D-4287-451A-A6F6-2586A4011B85}" dt="2026-05-25T06:04:06.597" v="17" actId="20577"/>
          <ac:spMkLst>
            <pc:docMk/>
            <pc:sldMk cId="0" sldId="261"/>
            <ac:spMk id="433" creationId="{00000000-0000-0000-0000-000000000000}"/>
          </ac:spMkLst>
        </pc:spChg>
      </pc:sldChg>
      <pc:sldChg chg="modSp mod">
        <pc:chgData name="Deekshith Vanaparthi" userId="b7262aa6de6458fb" providerId="LiveId" clId="{91937E0D-4287-451A-A6F6-2586A4011B85}" dt="2026-05-25T07:30:51.364" v="134" actId="20577"/>
        <pc:sldMkLst>
          <pc:docMk/>
          <pc:sldMk cId="0" sldId="262"/>
        </pc:sldMkLst>
        <pc:spChg chg="mod">
          <ac:chgData name="Deekshith Vanaparthi" userId="b7262aa6de6458fb" providerId="LiveId" clId="{91937E0D-4287-451A-A6F6-2586A4011B85}" dt="2026-05-25T07:30:51.364" v="134" actId="20577"/>
          <ac:spMkLst>
            <pc:docMk/>
            <pc:sldMk cId="0" sldId="262"/>
            <ac:spMk id="447" creationId="{00000000-0000-0000-0000-000000000000}"/>
          </ac:spMkLst>
        </pc:spChg>
        <pc:spChg chg="mod">
          <ac:chgData name="Deekshith Vanaparthi" userId="b7262aa6de6458fb" providerId="LiveId" clId="{91937E0D-4287-451A-A6F6-2586A4011B85}" dt="2026-05-25T06:04:22.646" v="25" actId="20577"/>
          <ac:spMkLst>
            <pc:docMk/>
            <pc:sldMk cId="0" sldId="262"/>
            <ac:spMk id="52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US" sz="1800" b="0" u="none" strike="noStrike">
                <a:solidFill>
                  <a:schemeClr val="dk1"/>
                </a:solidFill>
                <a:uFillTx/>
                <a:latin typeface="Calibri"/>
              </a:rPr>
              <a:t>Double-tap to move the slide</a:t>
            </a: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US" sz="2000" b="0" u="none" strike="noStrike">
                <a:solidFill>
                  <a:srgbClr val="000000"/>
                </a:solidFill>
                <a:uFillTx/>
                <a:latin typeface="Noto Sans CJK SC"/>
              </a:rPr>
              <a:t>Double-tap to edit the notes format</a:t>
            </a:r>
          </a:p>
        </p:txBody>
      </p:sp>
      <p:sp>
        <p:nvSpPr>
          <p:cNvPr id="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uFillTx/>
                <a:latin typeface="Noto Sans CJK SC"/>
              </a:rPr>
              <a:t>&lt;header&gt;</a:t>
            </a:r>
          </a:p>
        </p:txBody>
      </p:sp>
      <p:sp>
        <p:nvSpPr>
          <p:cNvPr id="5"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uFillTx/>
                <a:latin typeface="Noto Sans CJK SC"/>
              </a:defRPr>
            </a:lvl1pPr>
          </a:lstStyle>
          <a:p>
            <a:pPr indent="0" algn="r">
              <a:buNone/>
            </a:pPr>
            <a:r>
              <a:rPr lang="en-US" sz="1400" b="0" u="none" strike="noStrike">
                <a:solidFill>
                  <a:srgbClr val="000000"/>
                </a:solidFill>
                <a:uFillTx/>
                <a:latin typeface="Noto Sans CJK SC"/>
              </a:rPr>
              <a:t>&lt;date/time&gt;</a:t>
            </a: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uFillTx/>
                <a:latin typeface="Noto Sans CJK SC"/>
              </a:defRPr>
            </a:lvl1pPr>
          </a:lstStyle>
          <a:p>
            <a:pPr indent="0">
              <a:buNone/>
            </a:pPr>
            <a:r>
              <a:rPr lang="en-US" sz="1400" b="0" u="none" strike="noStrike">
                <a:solidFill>
                  <a:srgbClr val="000000"/>
                </a:solidFill>
                <a:uFillTx/>
                <a:latin typeface="Noto Sans CJK SC"/>
              </a:rPr>
              <a:t>&lt;footer&gt;</a:t>
            </a: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uFillTx/>
                <a:latin typeface="Noto Sans CJK SC"/>
              </a:defRPr>
            </a:lvl1pPr>
          </a:lstStyle>
          <a:p>
            <a:pPr indent="0" algn="r">
              <a:buNone/>
            </a:pPr>
            <a:fld id="{B48BBBAA-8479-4A93-BFA8-8C2068757E07}" type="slidenum">
              <a:rPr lang="en-US" sz="1400" b="0" u="none" strike="noStrike">
                <a:solidFill>
                  <a:srgbClr val="000000"/>
                </a:solidFill>
                <a:uFillTx/>
                <a:latin typeface="Noto Sans CJK SC"/>
              </a:rPr>
              <a:t>‹#›</a:t>
            </a:fld>
            <a:endParaRPr lang="en-US" sz="1400" b="0" u="none" strike="noStrike">
              <a:solidFill>
                <a:srgbClr val="000000"/>
              </a:solidFill>
              <a:uFillTx/>
              <a:latin typeface="Noto Sans CJK SC"/>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 name="PlaceHolder 1"/>
          <p:cNvSpPr>
            <a:spLocks noGrp="1" noRot="1" noChangeAspect="1"/>
          </p:cNvSpPr>
          <p:nvPr>
            <p:ph type="sldImg"/>
          </p:nvPr>
        </p:nvSpPr>
        <p:spPr>
          <a:xfrm>
            <a:off x="0" y="0"/>
            <a:ext cx="0" cy="0"/>
          </a:xfrm>
          <a:prstGeom prst="rect">
            <a:avLst/>
          </a:prstGeom>
          <a:ln w="0">
            <a:noFill/>
          </a:ln>
        </p:spPr>
        <p:txBody>
          <a:bodyPr/>
          <a:lstStyle/>
          <a:p>
            <a:endParaRPr lang="en-IN"/>
          </a:p>
        </p:txBody>
      </p:sp>
      <p:sp>
        <p:nvSpPr>
          <p:cNvPr id="59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endParaRPr lang="en-US" sz="1800" b="0" u="none" strike="noStrike">
              <a:solidFill>
                <a:srgbClr val="000000"/>
              </a:solidFill>
              <a:uFillTx/>
              <a:latin typeface="Noto Sans CJK SC"/>
            </a:endParaRPr>
          </a:p>
        </p:txBody>
      </p:sp>
      <p:sp>
        <p:nvSpPr>
          <p:cNvPr id="593" name="PlaceHolder 3"/>
          <p:cNvSpPr>
            <a:spLocks noGrp="1"/>
          </p:cNvSpPr>
          <p:nvPr>
            <p:ph type="sldNum" idx="4"/>
          </p:nvPr>
        </p:nvSpPr>
        <p:spPr>
          <a:xfrm>
            <a:off x="0" y="0"/>
            <a:ext cx="0" cy="0"/>
          </a:xfrm>
          <a:prstGeom prst="rect">
            <a:avLst/>
          </a:prstGeom>
          <a:noFill/>
          <a:ln w="0">
            <a:noFill/>
          </a:ln>
        </p:spPr>
        <p:txBody>
          <a:bodyPr lIns="90000" tIns="-45000" rIns="90000" bIns="-45000" anchor="t">
            <a:noAutofit/>
          </a:bodyPr>
          <a:lstStyle/>
          <a:p>
            <a:pPr indent="0">
              <a:buNone/>
            </a:pPr>
            <a:endParaRPr lang="en-US" sz="1400" b="0" u="none" strike="noStrike">
              <a:solidFill>
                <a:srgbClr val="000000"/>
              </a:solidFill>
              <a:uFillTx/>
              <a:latin typeface="Noto Sans CJK SC"/>
              <a:ea typeface="+mn-ea"/>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 name="PlaceHolder 1"/>
          <p:cNvSpPr>
            <a:spLocks noGrp="1" noRot="1" noChangeAspect="1"/>
          </p:cNvSpPr>
          <p:nvPr>
            <p:ph type="sldImg"/>
          </p:nvPr>
        </p:nvSpPr>
        <p:spPr>
          <a:xfrm>
            <a:off x="0" y="0"/>
            <a:ext cx="0" cy="0"/>
          </a:xfrm>
          <a:prstGeom prst="rect">
            <a:avLst/>
          </a:prstGeom>
          <a:ln w="0">
            <a:noFill/>
          </a:ln>
        </p:spPr>
        <p:txBody>
          <a:bodyPr/>
          <a:lstStyle/>
          <a:p>
            <a:endParaRPr lang="en-IN"/>
          </a:p>
        </p:txBody>
      </p:sp>
      <p:sp>
        <p:nvSpPr>
          <p:cNvPr id="59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endParaRPr lang="en-US" sz="1800" b="0" u="none" strike="noStrike">
              <a:solidFill>
                <a:srgbClr val="000000"/>
              </a:solidFill>
              <a:uFillTx/>
              <a:latin typeface="Noto Sans CJK SC"/>
            </a:endParaRPr>
          </a:p>
        </p:txBody>
      </p:sp>
      <p:sp>
        <p:nvSpPr>
          <p:cNvPr id="596" name="PlaceHolder 3"/>
          <p:cNvSpPr>
            <a:spLocks noGrp="1"/>
          </p:cNvSpPr>
          <p:nvPr>
            <p:ph type="sldNum" idx="5"/>
          </p:nvPr>
        </p:nvSpPr>
        <p:spPr>
          <a:xfrm>
            <a:off x="0" y="0"/>
            <a:ext cx="0" cy="0"/>
          </a:xfrm>
          <a:prstGeom prst="rect">
            <a:avLst/>
          </a:prstGeom>
          <a:noFill/>
          <a:ln w="0">
            <a:noFill/>
          </a:ln>
        </p:spPr>
        <p:txBody>
          <a:bodyPr lIns="90000" tIns="-45000" rIns="90000" bIns="-45000" anchor="t">
            <a:noAutofit/>
          </a:bodyPr>
          <a:lstStyle/>
          <a:p>
            <a:pPr indent="0">
              <a:buNone/>
            </a:pPr>
            <a:endParaRPr lang="en-US" sz="1400" b="0" u="none" strike="noStrike">
              <a:solidFill>
                <a:srgbClr val="000000"/>
              </a:solidFill>
              <a:uFillTx/>
              <a:latin typeface="Noto Sans CJK SC"/>
              <a:ea typeface="+mn-ea"/>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7" name="PlaceHolder 1"/>
          <p:cNvSpPr>
            <a:spLocks noGrp="1" noRot="1" noChangeAspect="1"/>
          </p:cNvSpPr>
          <p:nvPr>
            <p:ph type="sldImg"/>
          </p:nvPr>
        </p:nvSpPr>
        <p:spPr>
          <a:xfrm>
            <a:off x="0" y="0"/>
            <a:ext cx="0" cy="0"/>
          </a:xfrm>
          <a:prstGeom prst="rect">
            <a:avLst/>
          </a:prstGeom>
          <a:ln w="0">
            <a:noFill/>
          </a:ln>
        </p:spPr>
        <p:txBody>
          <a:bodyPr/>
          <a:lstStyle/>
          <a:p>
            <a:endParaRPr lang="en-IN"/>
          </a:p>
        </p:txBody>
      </p:sp>
      <p:sp>
        <p:nvSpPr>
          <p:cNvPr id="59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endParaRPr lang="en-US" sz="1800" b="0" u="none" strike="noStrike">
              <a:solidFill>
                <a:srgbClr val="000000"/>
              </a:solidFill>
              <a:uFillTx/>
              <a:latin typeface="Noto Sans CJK SC"/>
            </a:endParaRPr>
          </a:p>
        </p:txBody>
      </p:sp>
      <p:sp>
        <p:nvSpPr>
          <p:cNvPr id="599" name="PlaceHolder 3"/>
          <p:cNvSpPr>
            <a:spLocks noGrp="1"/>
          </p:cNvSpPr>
          <p:nvPr>
            <p:ph type="sldNum" idx="6"/>
          </p:nvPr>
        </p:nvSpPr>
        <p:spPr>
          <a:xfrm>
            <a:off x="0" y="0"/>
            <a:ext cx="0" cy="0"/>
          </a:xfrm>
          <a:prstGeom prst="rect">
            <a:avLst/>
          </a:prstGeom>
          <a:noFill/>
          <a:ln w="0">
            <a:noFill/>
          </a:ln>
        </p:spPr>
        <p:txBody>
          <a:bodyPr lIns="90000" tIns="-45000" rIns="90000" bIns="-45000" anchor="t">
            <a:noAutofit/>
          </a:bodyPr>
          <a:lstStyle/>
          <a:p>
            <a:pPr indent="0">
              <a:buNone/>
            </a:pPr>
            <a:endParaRPr lang="en-US" sz="1400" b="0" u="none" strike="noStrike">
              <a:solidFill>
                <a:srgbClr val="000000"/>
              </a:solidFill>
              <a:uFillTx/>
              <a:latin typeface="Noto Sans CJK SC"/>
              <a:ea typeface="+mn-ea"/>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 name="PlaceHolder 1"/>
          <p:cNvSpPr>
            <a:spLocks noGrp="1" noRot="1" noChangeAspect="1"/>
          </p:cNvSpPr>
          <p:nvPr>
            <p:ph type="sldImg"/>
          </p:nvPr>
        </p:nvSpPr>
        <p:spPr>
          <a:xfrm>
            <a:off x="0" y="0"/>
            <a:ext cx="0" cy="0"/>
          </a:xfrm>
          <a:prstGeom prst="rect">
            <a:avLst/>
          </a:prstGeom>
          <a:ln w="0">
            <a:noFill/>
          </a:ln>
        </p:spPr>
        <p:txBody>
          <a:bodyPr/>
          <a:lstStyle/>
          <a:p>
            <a:endParaRPr lang="en-IN"/>
          </a:p>
        </p:txBody>
      </p:sp>
      <p:sp>
        <p:nvSpPr>
          <p:cNvPr id="60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endParaRPr lang="en-US" sz="1800" b="0" u="none" strike="noStrike">
              <a:solidFill>
                <a:srgbClr val="000000"/>
              </a:solidFill>
              <a:uFillTx/>
              <a:latin typeface="Noto Sans CJK SC"/>
            </a:endParaRPr>
          </a:p>
        </p:txBody>
      </p:sp>
      <p:sp>
        <p:nvSpPr>
          <p:cNvPr id="602" name="PlaceHolder 3"/>
          <p:cNvSpPr>
            <a:spLocks noGrp="1"/>
          </p:cNvSpPr>
          <p:nvPr>
            <p:ph type="sldNum" idx="7"/>
          </p:nvPr>
        </p:nvSpPr>
        <p:spPr>
          <a:xfrm>
            <a:off x="0" y="0"/>
            <a:ext cx="0" cy="0"/>
          </a:xfrm>
          <a:prstGeom prst="rect">
            <a:avLst/>
          </a:prstGeom>
          <a:noFill/>
          <a:ln w="0">
            <a:noFill/>
          </a:ln>
        </p:spPr>
        <p:txBody>
          <a:bodyPr lIns="90000" tIns="-45000" rIns="90000" bIns="-45000" anchor="t">
            <a:noAutofit/>
          </a:bodyPr>
          <a:lstStyle/>
          <a:p>
            <a:pPr indent="0">
              <a:buNone/>
            </a:pPr>
            <a:endParaRPr lang="en-US" sz="1400" b="0" u="none" strike="noStrike">
              <a:solidFill>
                <a:srgbClr val="000000"/>
              </a:solidFill>
              <a:uFillTx/>
              <a:latin typeface="Noto Sans CJK SC"/>
              <a:ea typeface="+mn-ea"/>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 name="PlaceHolder 1"/>
          <p:cNvSpPr>
            <a:spLocks noGrp="1" noRot="1" noChangeAspect="1"/>
          </p:cNvSpPr>
          <p:nvPr>
            <p:ph type="sldImg"/>
          </p:nvPr>
        </p:nvSpPr>
        <p:spPr>
          <a:xfrm>
            <a:off x="0" y="0"/>
            <a:ext cx="0" cy="0"/>
          </a:xfrm>
          <a:prstGeom prst="rect">
            <a:avLst/>
          </a:prstGeom>
          <a:ln w="0">
            <a:noFill/>
          </a:ln>
        </p:spPr>
        <p:txBody>
          <a:bodyPr/>
          <a:lstStyle/>
          <a:p>
            <a:endParaRPr lang="en-IN"/>
          </a:p>
        </p:txBody>
      </p:sp>
      <p:sp>
        <p:nvSpPr>
          <p:cNvPr id="60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endParaRPr lang="en-US" sz="1800" b="0" u="none" strike="noStrike">
              <a:solidFill>
                <a:srgbClr val="000000"/>
              </a:solidFill>
              <a:uFillTx/>
              <a:latin typeface="Noto Sans CJK SC"/>
            </a:endParaRPr>
          </a:p>
        </p:txBody>
      </p:sp>
      <p:sp>
        <p:nvSpPr>
          <p:cNvPr id="605" name="PlaceHolder 3"/>
          <p:cNvSpPr>
            <a:spLocks noGrp="1"/>
          </p:cNvSpPr>
          <p:nvPr>
            <p:ph type="sldNum" idx="8"/>
          </p:nvPr>
        </p:nvSpPr>
        <p:spPr>
          <a:xfrm>
            <a:off x="0" y="0"/>
            <a:ext cx="0" cy="0"/>
          </a:xfrm>
          <a:prstGeom prst="rect">
            <a:avLst/>
          </a:prstGeom>
          <a:noFill/>
          <a:ln w="0">
            <a:noFill/>
          </a:ln>
        </p:spPr>
        <p:txBody>
          <a:bodyPr lIns="90000" tIns="-45000" rIns="90000" bIns="-45000" anchor="t">
            <a:noAutofit/>
          </a:bodyPr>
          <a:lstStyle/>
          <a:p>
            <a:pPr indent="0">
              <a:buNone/>
            </a:pPr>
            <a:endParaRPr lang="en-US" sz="1400" b="0" u="none" strike="noStrike">
              <a:solidFill>
                <a:srgbClr val="000000"/>
              </a:solidFill>
              <a:uFillTx/>
              <a:latin typeface="Noto Sans CJK SC"/>
              <a:ea typeface="+mn-ea"/>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 name="PlaceHolder 1"/>
          <p:cNvSpPr>
            <a:spLocks noGrp="1" noRot="1" noChangeAspect="1"/>
          </p:cNvSpPr>
          <p:nvPr>
            <p:ph type="sldImg"/>
          </p:nvPr>
        </p:nvSpPr>
        <p:spPr>
          <a:xfrm>
            <a:off x="0" y="0"/>
            <a:ext cx="0" cy="0"/>
          </a:xfrm>
          <a:prstGeom prst="rect">
            <a:avLst/>
          </a:prstGeom>
          <a:ln w="0">
            <a:noFill/>
          </a:ln>
        </p:spPr>
        <p:txBody>
          <a:bodyPr/>
          <a:lstStyle/>
          <a:p>
            <a:endParaRPr lang="en-IN"/>
          </a:p>
        </p:txBody>
      </p:sp>
      <p:sp>
        <p:nvSpPr>
          <p:cNvPr id="60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endParaRPr lang="en-US" sz="1800" b="0" u="none" strike="noStrike">
              <a:solidFill>
                <a:srgbClr val="000000"/>
              </a:solidFill>
              <a:uFillTx/>
              <a:latin typeface="Noto Sans CJK SC"/>
            </a:endParaRPr>
          </a:p>
        </p:txBody>
      </p:sp>
      <p:sp>
        <p:nvSpPr>
          <p:cNvPr id="608" name="PlaceHolder 3"/>
          <p:cNvSpPr>
            <a:spLocks noGrp="1"/>
          </p:cNvSpPr>
          <p:nvPr>
            <p:ph type="sldNum" idx="9"/>
          </p:nvPr>
        </p:nvSpPr>
        <p:spPr>
          <a:xfrm>
            <a:off x="0" y="0"/>
            <a:ext cx="0" cy="0"/>
          </a:xfrm>
          <a:prstGeom prst="rect">
            <a:avLst/>
          </a:prstGeom>
          <a:noFill/>
          <a:ln w="0">
            <a:noFill/>
          </a:ln>
        </p:spPr>
        <p:txBody>
          <a:bodyPr lIns="90000" tIns="-45000" rIns="90000" bIns="-45000" anchor="t">
            <a:noAutofit/>
          </a:bodyPr>
          <a:lstStyle/>
          <a:p>
            <a:pPr indent="0">
              <a:buNone/>
            </a:pPr>
            <a:endParaRPr lang="en-US" sz="1400" b="0" u="none" strike="noStrike">
              <a:solidFill>
                <a:srgbClr val="000000"/>
              </a:solidFill>
              <a:uFillTx/>
              <a:latin typeface="Noto Sans CJK SC"/>
              <a:ea typeface="+mn-ea"/>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9" name="PlaceHolder 1"/>
          <p:cNvSpPr>
            <a:spLocks noGrp="1" noRot="1" noChangeAspect="1"/>
          </p:cNvSpPr>
          <p:nvPr>
            <p:ph type="sldImg"/>
          </p:nvPr>
        </p:nvSpPr>
        <p:spPr>
          <a:xfrm>
            <a:off x="0" y="0"/>
            <a:ext cx="0" cy="0"/>
          </a:xfrm>
          <a:prstGeom prst="rect">
            <a:avLst/>
          </a:prstGeom>
          <a:ln w="0">
            <a:noFill/>
          </a:ln>
        </p:spPr>
        <p:txBody>
          <a:bodyPr/>
          <a:lstStyle/>
          <a:p>
            <a:endParaRPr lang="en-IN"/>
          </a:p>
        </p:txBody>
      </p:sp>
      <p:sp>
        <p:nvSpPr>
          <p:cNvPr id="61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endParaRPr lang="en-US" sz="1800" b="0" u="none" strike="noStrike">
              <a:solidFill>
                <a:srgbClr val="000000"/>
              </a:solidFill>
              <a:uFillTx/>
              <a:latin typeface="Noto Sans CJK SC"/>
            </a:endParaRPr>
          </a:p>
        </p:txBody>
      </p:sp>
      <p:sp>
        <p:nvSpPr>
          <p:cNvPr id="611" name="PlaceHolder 3"/>
          <p:cNvSpPr>
            <a:spLocks noGrp="1"/>
          </p:cNvSpPr>
          <p:nvPr>
            <p:ph type="sldNum" idx="10"/>
          </p:nvPr>
        </p:nvSpPr>
        <p:spPr>
          <a:xfrm>
            <a:off x="0" y="0"/>
            <a:ext cx="0" cy="0"/>
          </a:xfrm>
          <a:prstGeom prst="rect">
            <a:avLst/>
          </a:prstGeom>
          <a:noFill/>
          <a:ln w="0">
            <a:noFill/>
          </a:ln>
        </p:spPr>
        <p:txBody>
          <a:bodyPr lIns="90000" tIns="-45000" rIns="90000" bIns="-45000" anchor="t">
            <a:noAutofit/>
          </a:bodyPr>
          <a:lstStyle/>
          <a:p>
            <a:pPr indent="0">
              <a:buNone/>
            </a:pPr>
            <a:endParaRPr lang="en-US" sz="1400" b="0" u="none" strike="noStrike">
              <a:solidFill>
                <a:srgbClr val="000000"/>
              </a:solidFill>
              <a:uFillTx/>
              <a:latin typeface="Noto Sans CJK SC"/>
              <a:ea typeface="+mn-ea"/>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 name="PlaceHolder 1"/>
          <p:cNvSpPr>
            <a:spLocks noGrp="1" noRot="1" noChangeAspect="1"/>
          </p:cNvSpPr>
          <p:nvPr>
            <p:ph type="sldImg"/>
          </p:nvPr>
        </p:nvSpPr>
        <p:spPr>
          <a:xfrm>
            <a:off x="0" y="0"/>
            <a:ext cx="0" cy="0"/>
          </a:xfrm>
          <a:prstGeom prst="rect">
            <a:avLst/>
          </a:prstGeom>
          <a:ln w="0">
            <a:noFill/>
          </a:ln>
        </p:spPr>
        <p:txBody>
          <a:bodyPr/>
          <a:lstStyle/>
          <a:p>
            <a:endParaRPr lang="en-IN"/>
          </a:p>
        </p:txBody>
      </p:sp>
      <p:sp>
        <p:nvSpPr>
          <p:cNvPr id="61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endParaRPr lang="en-US" sz="1800" b="0" u="none" strike="noStrike">
              <a:solidFill>
                <a:srgbClr val="000000"/>
              </a:solidFill>
              <a:uFillTx/>
              <a:latin typeface="Noto Sans CJK SC"/>
            </a:endParaRPr>
          </a:p>
        </p:txBody>
      </p:sp>
      <p:sp>
        <p:nvSpPr>
          <p:cNvPr id="614" name="PlaceHolder 3"/>
          <p:cNvSpPr>
            <a:spLocks noGrp="1"/>
          </p:cNvSpPr>
          <p:nvPr>
            <p:ph type="sldNum" idx="11"/>
          </p:nvPr>
        </p:nvSpPr>
        <p:spPr>
          <a:xfrm>
            <a:off x="0" y="0"/>
            <a:ext cx="0" cy="0"/>
          </a:xfrm>
          <a:prstGeom prst="rect">
            <a:avLst/>
          </a:prstGeom>
          <a:noFill/>
          <a:ln w="0">
            <a:noFill/>
          </a:ln>
        </p:spPr>
        <p:txBody>
          <a:bodyPr lIns="90000" tIns="-45000" rIns="90000" bIns="-45000" anchor="t">
            <a:noAutofit/>
          </a:bodyPr>
          <a:lstStyle/>
          <a:p>
            <a:pPr indent="0">
              <a:buNone/>
            </a:pPr>
            <a:endParaRPr lang="en-US" sz="1400" b="0" u="none" strike="noStrike">
              <a:solidFill>
                <a:srgbClr val="000000"/>
              </a:solidFill>
              <a:uFillTx/>
              <a:latin typeface="Noto Sans CJK SC"/>
              <a:ea typeface="+mn-ea"/>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 name="PlaceHolder 1"/>
          <p:cNvSpPr>
            <a:spLocks noGrp="1" noRot="1" noChangeAspect="1"/>
          </p:cNvSpPr>
          <p:nvPr>
            <p:ph type="sldImg"/>
          </p:nvPr>
        </p:nvSpPr>
        <p:spPr>
          <a:xfrm>
            <a:off x="0" y="0"/>
            <a:ext cx="0" cy="0"/>
          </a:xfrm>
          <a:prstGeom prst="rect">
            <a:avLst/>
          </a:prstGeom>
          <a:ln w="0">
            <a:noFill/>
          </a:ln>
        </p:spPr>
        <p:txBody>
          <a:bodyPr/>
          <a:lstStyle/>
          <a:p>
            <a:endParaRPr lang="en-IN"/>
          </a:p>
        </p:txBody>
      </p:sp>
      <p:sp>
        <p:nvSpPr>
          <p:cNvPr id="61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endParaRPr lang="en-US" sz="1800" b="0" u="none" strike="noStrike">
              <a:solidFill>
                <a:srgbClr val="000000"/>
              </a:solidFill>
              <a:uFillTx/>
              <a:latin typeface="Noto Sans CJK SC"/>
            </a:endParaRPr>
          </a:p>
        </p:txBody>
      </p:sp>
      <p:sp>
        <p:nvSpPr>
          <p:cNvPr id="617" name="PlaceHolder 3"/>
          <p:cNvSpPr>
            <a:spLocks noGrp="1"/>
          </p:cNvSpPr>
          <p:nvPr>
            <p:ph type="sldNum" idx="12"/>
          </p:nvPr>
        </p:nvSpPr>
        <p:spPr>
          <a:xfrm>
            <a:off x="0" y="0"/>
            <a:ext cx="0" cy="0"/>
          </a:xfrm>
          <a:prstGeom prst="rect">
            <a:avLst/>
          </a:prstGeom>
          <a:noFill/>
          <a:ln w="0">
            <a:noFill/>
          </a:ln>
        </p:spPr>
        <p:txBody>
          <a:bodyPr lIns="90000" tIns="-45000" rIns="90000" bIns="-45000" anchor="t">
            <a:noAutofit/>
          </a:bodyPr>
          <a:lstStyle/>
          <a:p>
            <a:pPr indent="0">
              <a:buNone/>
            </a:pPr>
            <a:endParaRPr lang="en-US" sz="1400" b="0" u="none" strike="noStrike">
              <a:solidFill>
                <a:srgbClr val="000000"/>
              </a:solidFill>
              <a:uFillTx/>
              <a:latin typeface="Noto Sans CJK SC"/>
              <a:ea typeface="+mn-ea"/>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r>
              <a:rPr lang="en-US" sz="1800" b="0" u="none" strike="noStrike">
                <a:solidFill>
                  <a:schemeClr val="dk1"/>
                </a:solidFill>
                <a:uFillTx/>
                <a:latin typeface="Calibri"/>
              </a:rPr>
              <a:t>Double-tap to edit the title text format</a:t>
            </a: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SzPct val="45000"/>
              <a:buFont typeface="Wingdings" charset="2"/>
              <a:buChar char=""/>
            </a:pPr>
            <a:r>
              <a:rPr lang="en-US" sz="1800" b="0" u="none" strike="noStrike">
                <a:solidFill>
                  <a:schemeClr val="dk1"/>
                </a:solidFill>
                <a:uFillTx/>
                <a:latin typeface="Calibri"/>
              </a:rPr>
              <a:t>Double-tap to edit the outline text format</a:t>
            </a:r>
          </a:p>
          <a:p>
            <a:pPr marL="864000" lvl="1" indent="-324000">
              <a:spcBef>
                <a:spcPts val="1134"/>
              </a:spcBef>
              <a:buSzPct val="75000"/>
              <a:buFont typeface="Symbol" charset="2"/>
              <a:buChar char=""/>
            </a:pPr>
            <a:r>
              <a:rPr lang="en-US" sz="1800" b="0" u="none" strike="noStrike">
                <a:solidFill>
                  <a:schemeClr val="dk1"/>
                </a:solidFill>
                <a:uFillTx/>
                <a:latin typeface="Calibri"/>
              </a:rPr>
              <a:t>Second Outline Level</a:t>
            </a:r>
          </a:p>
          <a:p>
            <a:pPr marL="1296000" lvl="2" indent="-288000">
              <a:spcBef>
                <a:spcPts val="850"/>
              </a:spcBef>
              <a:buSzPct val="45000"/>
              <a:buFont typeface="Wingdings" charset="2"/>
              <a:buChar char=""/>
            </a:pPr>
            <a:r>
              <a:rPr lang="en-US" sz="1800" b="0" u="none" strike="noStrike">
                <a:solidFill>
                  <a:schemeClr val="dk1"/>
                </a:solidFill>
                <a:uFillTx/>
                <a:latin typeface="Calibri"/>
              </a:rPr>
              <a:t>Third Outline Level</a:t>
            </a:r>
          </a:p>
          <a:p>
            <a:pPr marL="1728000" lvl="3" indent="-216000">
              <a:spcBef>
                <a:spcPts val="567"/>
              </a:spcBef>
              <a:buSzPct val="75000"/>
              <a:buFont typeface="Symbol" charset="2"/>
              <a:buChar char=""/>
            </a:pPr>
            <a:r>
              <a:rPr lang="en-US" sz="1800" b="0" u="none" strike="noStrike">
                <a:solidFill>
                  <a:schemeClr val="dk1"/>
                </a:solidFill>
                <a:uFillTx/>
                <a:latin typeface="Calibri"/>
              </a:rPr>
              <a:t>Fourth Outline Level</a:t>
            </a:r>
          </a:p>
          <a:p>
            <a:pPr marL="2160000" lvl="4" indent="-216000">
              <a:spcBef>
                <a:spcPts val="283"/>
              </a:spcBef>
              <a:buSzPct val="45000"/>
              <a:buFont typeface="Wingdings" charset="2"/>
              <a:buChar char=""/>
            </a:pPr>
            <a:r>
              <a:rPr lang="en-US" sz="2000" b="0" u="none" strike="noStrike">
                <a:solidFill>
                  <a:schemeClr val="dk1"/>
                </a:solidFill>
                <a:uFillTx/>
                <a:latin typeface="Calibri"/>
              </a:rPr>
              <a:t>Fifth Outline Level</a:t>
            </a:r>
          </a:p>
          <a:p>
            <a:pPr marL="2592000" lvl="5" indent="-216000">
              <a:spcBef>
                <a:spcPts val="283"/>
              </a:spcBef>
              <a:buSzPct val="45000"/>
              <a:buFont typeface="Wingdings" charset="2"/>
              <a:buChar char=""/>
            </a:pPr>
            <a:r>
              <a:rPr lang="en-US" sz="2000" b="0" u="none" strike="noStrike">
                <a:solidFill>
                  <a:schemeClr val="dk1"/>
                </a:solidFill>
                <a:uFillTx/>
                <a:latin typeface="Calibri"/>
              </a:rPr>
              <a:t>Sixth Outline Level</a:t>
            </a:r>
          </a:p>
          <a:p>
            <a:pPr marL="3024000" lvl="6" indent="-216000">
              <a:spcBef>
                <a:spcPts val="283"/>
              </a:spcBef>
              <a:buSzPct val="45000"/>
              <a:buFont typeface="Wingdings" charset="2"/>
              <a:buChar char=""/>
            </a:pPr>
            <a:r>
              <a:rPr lang="en-US" sz="2000" b="0" u="none" strike="noStrike">
                <a:solidFill>
                  <a:schemeClr val="dk1"/>
                </a:solidFill>
                <a:uFillTx/>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8" name="Shape 0"/>
          <p:cNvSpPr/>
          <p:nvPr/>
        </p:nvSpPr>
        <p:spPr>
          <a:xfrm>
            <a:off x="6217920" y="0"/>
            <a:ext cx="2925360" cy="5142960"/>
          </a:xfrm>
          <a:prstGeom prst="rect">
            <a:avLst/>
          </a:prstGeom>
          <a:solidFill>
            <a:srgbClr val="1A2E44"/>
          </a:solidFill>
          <a:ln w="12700">
            <a:solidFill>
              <a:srgbClr val="1A2E4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9" name="Shape 1"/>
          <p:cNvSpPr/>
          <p:nvPr/>
        </p:nvSpPr>
        <p:spPr>
          <a:xfrm>
            <a:off x="6217920" y="0"/>
            <a:ext cx="54000" cy="5142960"/>
          </a:xfrm>
          <a:prstGeom prst="rect">
            <a:avLst/>
          </a:prstGeom>
          <a:solidFill>
            <a:srgbClr val="00A3E0"/>
          </a:solidFill>
          <a:ln w="12700">
            <a:solidFill>
              <a:srgbClr val="00A3E0"/>
            </a:solidFill>
            <a:round/>
          </a:ln>
        </p:spPr>
        <p:style>
          <a:lnRef idx="0">
            <a:scrgbClr r="0" g="0" b="0"/>
          </a:lnRef>
          <a:fillRef idx="0">
            <a:scrgbClr r="0" g="0" b="0"/>
          </a:fillRef>
          <a:effectRef idx="0">
            <a:scrgbClr r="0" g="0" b="0"/>
          </a:effectRef>
          <a:fontRef idx="minor"/>
        </p:style>
        <p:txBody>
          <a:bodyPr lIns="27000" tIns="45000" rIns="27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10" name="Shape 2"/>
          <p:cNvSpPr/>
          <p:nvPr/>
        </p:nvSpPr>
        <p:spPr>
          <a:xfrm>
            <a:off x="0" y="3840480"/>
            <a:ext cx="6125760" cy="45000"/>
          </a:xfrm>
          <a:prstGeom prst="rect">
            <a:avLst/>
          </a:prstGeom>
          <a:solidFill>
            <a:srgbClr val="F05A28"/>
          </a:solidFill>
          <a:ln w="12700">
            <a:solidFill>
              <a:srgbClr val="F05A28"/>
            </a:solidFill>
            <a:round/>
          </a:ln>
        </p:spPr>
        <p:style>
          <a:lnRef idx="0">
            <a:scrgbClr r="0" g="0" b="0"/>
          </a:lnRef>
          <a:fillRef idx="0">
            <a:scrgbClr r="0" g="0" b="0"/>
          </a:fillRef>
          <a:effectRef idx="0">
            <a:scrgbClr r="0" g="0" b="0"/>
          </a:effectRef>
          <a:fontRef idx="minor"/>
        </p:style>
        <p:txBody>
          <a:bodyPr lIns="90000" tIns="720" rIns="90000" bIns="72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11" name="Text 3"/>
          <p:cNvSpPr/>
          <p:nvPr/>
        </p:nvSpPr>
        <p:spPr>
          <a:xfrm>
            <a:off x="457200" y="502920"/>
            <a:ext cx="5577120" cy="2285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5000"/>
              </a:lnSpc>
              <a:tabLst>
                <a:tab pos="0" algn="l"/>
              </a:tabLst>
            </a:pPr>
            <a:r>
              <a:rPr lang="en-US" sz="4200" b="1" u="none" strike="noStrike">
                <a:solidFill>
                  <a:srgbClr val="FFFFFF"/>
                </a:solidFill>
                <a:uFillTx/>
                <a:latin typeface="Calibri Light"/>
                <a:ea typeface="Calibri Light"/>
              </a:rPr>
              <a:t>Goibibo</a:t>
            </a:r>
            <a:endParaRPr lang="en-US" sz="4200" b="0" u="none" strike="noStrike">
              <a:solidFill>
                <a:srgbClr val="FFFFFF"/>
              </a:solidFill>
              <a:uFillTx/>
              <a:latin typeface="Noto Sans CJK SC"/>
            </a:endParaRPr>
          </a:p>
          <a:p>
            <a:pPr defTabSz="914400">
              <a:lnSpc>
                <a:spcPct val="105000"/>
              </a:lnSpc>
              <a:tabLst>
                <a:tab pos="0" algn="l"/>
              </a:tabLst>
            </a:pPr>
            <a:r>
              <a:rPr lang="en-US" sz="4200" b="1" u="none" strike="noStrike">
                <a:solidFill>
                  <a:srgbClr val="FFFFFF"/>
                </a:solidFill>
                <a:uFillTx/>
                <a:latin typeface="Calibri Light"/>
                <a:ea typeface="Calibri Light"/>
              </a:rPr>
              <a:t>Automation</a:t>
            </a:r>
            <a:endParaRPr lang="en-US" sz="4200" b="0" u="none" strike="noStrike">
              <a:solidFill>
                <a:srgbClr val="FFFFFF"/>
              </a:solidFill>
              <a:uFillTx/>
              <a:latin typeface="Noto Sans CJK SC"/>
            </a:endParaRPr>
          </a:p>
          <a:p>
            <a:pPr defTabSz="914400">
              <a:lnSpc>
                <a:spcPct val="105000"/>
              </a:lnSpc>
              <a:tabLst>
                <a:tab pos="0" algn="l"/>
              </a:tabLst>
            </a:pPr>
            <a:r>
              <a:rPr lang="en-US" sz="4200" b="1" u="none" strike="noStrike">
                <a:solidFill>
                  <a:srgbClr val="FFFFFF"/>
                </a:solidFill>
                <a:uFillTx/>
                <a:latin typeface="Calibri Light"/>
                <a:ea typeface="Calibri Light"/>
              </a:rPr>
              <a:t>Testing</a:t>
            </a:r>
            <a:endParaRPr lang="en-US" sz="4200" b="0" u="none" strike="noStrike">
              <a:solidFill>
                <a:srgbClr val="FFFFFF"/>
              </a:solidFill>
              <a:uFillTx/>
              <a:latin typeface="Noto Sans CJK SC"/>
            </a:endParaRPr>
          </a:p>
        </p:txBody>
      </p:sp>
      <p:sp>
        <p:nvSpPr>
          <p:cNvPr id="12" name="Text 4"/>
          <p:cNvSpPr/>
          <p:nvPr/>
        </p:nvSpPr>
        <p:spPr>
          <a:xfrm>
            <a:off x="457200" y="2834640"/>
            <a:ext cx="5485680" cy="45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800" b="0" u="none" strike="noStrike" spc="201">
                <a:solidFill>
                  <a:srgbClr val="00A3E0"/>
                </a:solidFill>
                <a:uFillTx/>
                <a:latin typeface="Calibri"/>
                <a:ea typeface="Calibri"/>
              </a:rPr>
              <a:t>End-to-End Framework</a:t>
            </a:r>
            <a:endParaRPr lang="en-US" sz="1800" b="0" u="none" strike="noStrike">
              <a:solidFill>
                <a:srgbClr val="FFFFFF"/>
              </a:solidFill>
              <a:uFillTx/>
              <a:latin typeface="Noto Sans CJK SC"/>
            </a:endParaRPr>
          </a:p>
        </p:txBody>
      </p:sp>
      <p:sp>
        <p:nvSpPr>
          <p:cNvPr id="13" name="Text 5"/>
          <p:cNvSpPr/>
          <p:nvPr/>
        </p:nvSpPr>
        <p:spPr>
          <a:xfrm>
            <a:off x="457200" y="3383280"/>
            <a:ext cx="5577120" cy="319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50" b="0" u="none" strike="noStrike">
                <a:solidFill>
                  <a:srgbClr val="8BAABF"/>
                </a:solidFill>
                <a:uFillTx/>
                <a:latin typeface="Calibri"/>
                <a:ea typeface="Calibri"/>
              </a:rPr>
              <a:t>Travel &amp; Booking Domain  ·  Web Automation Testing  ·  Selenium + BDD</a:t>
            </a:r>
            <a:endParaRPr lang="en-US" sz="950" b="0" u="none" strike="noStrike">
              <a:solidFill>
                <a:srgbClr val="FFFFFF"/>
              </a:solidFill>
              <a:uFillTx/>
              <a:latin typeface="Noto Sans CJK SC"/>
            </a:endParaRPr>
          </a:p>
        </p:txBody>
      </p:sp>
      <p:sp>
        <p:nvSpPr>
          <p:cNvPr id="14" name="Text 6"/>
          <p:cNvSpPr/>
          <p:nvPr/>
        </p:nvSpPr>
        <p:spPr>
          <a:xfrm>
            <a:off x="6492240" y="347400"/>
            <a:ext cx="246816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50" b="1" u="none" strike="noStrike" spc="150">
                <a:solidFill>
                  <a:srgbClr val="00A3E0"/>
                </a:solidFill>
                <a:uFillTx/>
                <a:latin typeface="Calibri"/>
                <a:ea typeface="Calibri"/>
              </a:rPr>
              <a:t>DOMAIN</a:t>
            </a:r>
            <a:endParaRPr lang="en-US" sz="750" b="0" u="none" strike="noStrike">
              <a:solidFill>
                <a:srgbClr val="FFFFFF"/>
              </a:solidFill>
              <a:uFillTx/>
              <a:latin typeface="Noto Sans CJK SC"/>
            </a:endParaRPr>
          </a:p>
        </p:txBody>
      </p:sp>
      <p:sp>
        <p:nvSpPr>
          <p:cNvPr id="15" name="Text 7"/>
          <p:cNvSpPr/>
          <p:nvPr/>
        </p:nvSpPr>
        <p:spPr>
          <a:xfrm>
            <a:off x="6492240" y="548640"/>
            <a:ext cx="2468160" cy="346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00" b="1" u="none" strike="noStrike">
                <a:solidFill>
                  <a:srgbClr val="FFFFFF"/>
                </a:solidFill>
                <a:uFillTx/>
                <a:latin typeface="Calibri"/>
                <a:ea typeface="Calibri"/>
              </a:rPr>
              <a:t>Travel &amp; Booking</a:t>
            </a:r>
            <a:endParaRPr lang="en-US" sz="1400" b="0" u="none" strike="noStrike">
              <a:solidFill>
                <a:srgbClr val="FFFFFF"/>
              </a:solidFill>
              <a:uFillTx/>
              <a:latin typeface="Noto Sans CJK SC"/>
            </a:endParaRPr>
          </a:p>
        </p:txBody>
      </p:sp>
      <p:sp>
        <p:nvSpPr>
          <p:cNvPr id="16" name="Shape 8"/>
          <p:cNvSpPr/>
          <p:nvPr/>
        </p:nvSpPr>
        <p:spPr>
          <a:xfrm>
            <a:off x="6446520" y="969120"/>
            <a:ext cx="2513880" cy="6480"/>
          </a:xfrm>
          <a:prstGeom prst="rect">
            <a:avLst/>
          </a:prstGeom>
          <a:solidFill>
            <a:srgbClr val="2A4A65"/>
          </a:solidFill>
          <a:ln w="12700">
            <a:solidFill>
              <a:srgbClr val="2A4A65"/>
            </a:solidFill>
            <a:round/>
          </a:ln>
        </p:spPr>
        <p:style>
          <a:lnRef idx="0">
            <a:scrgbClr r="0" g="0" b="0"/>
          </a:lnRef>
          <a:fillRef idx="0">
            <a:scrgbClr r="0" g="0" b="0"/>
          </a:fillRef>
          <a:effectRef idx="0">
            <a:scrgbClr r="0" g="0" b="0"/>
          </a:effectRef>
          <a:fontRef idx="minor"/>
        </p:style>
        <p:txBody>
          <a:bodyPr lIns="90000" tIns="-37800" rIns="90000" bIns="-378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17" name="Text 9"/>
          <p:cNvSpPr/>
          <p:nvPr/>
        </p:nvSpPr>
        <p:spPr>
          <a:xfrm>
            <a:off x="6492240" y="1444680"/>
            <a:ext cx="246816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50" b="1" u="none" strike="noStrike" spc="150">
                <a:solidFill>
                  <a:srgbClr val="00A3E0"/>
                </a:solidFill>
                <a:uFillTx/>
                <a:latin typeface="Calibri"/>
                <a:ea typeface="Calibri"/>
              </a:rPr>
              <a:t>PROJECT TYPE</a:t>
            </a:r>
            <a:endParaRPr lang="en-US" sz="750" b="0" u="none" strike="noStrike">
              <a:solidFill>
                <a:srgbClr val="FFFFFF"/>
              </a:solidFill>
              <a:uFillTx/>
              <a:latin typeface="Noto Sans CJK SC"/>
            </a:endParaRPr>
          </a:p>
        </p:txBody>
      </p:sp>
      <p:sp>
        <p:nvSpPr>
          <p:cNvPr id="18" name="Text 10"/>
          <p:cNvSpPr/>
          <p:nvPr/>
        </p:nvSpPr>
        <p:spPr>
          <a:xfrm>
            <a:off x="6492240" y="1645920"/>
            <a:ext cx="2468160" cy="346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00" b="1" u="none" strike="noStrike">
                <a:solidFill>
                  <a:srgbClr val="FFFFFF"/>
                </a:solidFill>
                <a:uFillTx/>
                <a:latin typeface="Calibri"/>
                <a:ea typeface="Calibri"/>
              </a:rPr>
              <a:t>Web Automation</a:t>
            </a:r>
            <a:endParaRPr lang="en-US" sz="1400" b="0" u="none" strike="noStrike">
              <a:solidFill>
                <a:srgbClr val="FFFFFF"/>
              </a:solidFill>
              <a:uFillTx/>
              <a:latin typeface="Noto Sans CJK SC"/>
            </a:endParaRPr>
          </a:p>
        </p:txBody>
      </p:sp>
      <p:sp>
        <p:nvSpPr>
          <p:cNvPr id="19" name="Shape 11"/>
          <p:cNvSpPr/>
          <p:nvPr/>
        </p:nvSpPr>
        <p:spPr>
          <a:xfrm>
            <a:off x="6446520" y="2066400"/>
            <a:ext cx="2513880" cy="6480"/>
          </a:xfrm>
          <a:prstGeom prst="rect">
            <a:avLst/>
          </a:prstGeom>
          <a:solidFill>
            <a:srgbClr val="2A4A65"/>
          </a:solidFill>
          <a:ln w="12700">
            <a:solidFill>
              <a:srgbClr val="2A4A65"/>
            </a:solidFill>
            <a:round/>
          </a:ln>
        </p:spPr>
        <p:style>
          <a:lnRef idx="0">
            <a:scrgbClr r="0" g="0" b="0"/>
          </a:lnRef>
          <a:fillRef idx="0">
            <a:scrgbClr r="0" g="0" b="0"/>
          </a:fillRef>
          <a:effectRef idx="0">
            <a:scrgbClr r="0" g="0" b="0"/>
          </a:effectRef>
          <a:fontRef idx="minor"/>
        </p:style>
        <p:txBody>
          <a:bodyPr lIns="90000" tIns="-37800" rIns="90000" bIns="-378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20" name="Text 12"/>
          <p:cNvSpPr/>
          <p:nvPr/>
        </p:nvSpPr>
        <p:spPr>
          <a:xfrm>
            <a:off x="6492240" y="2541960"/>
            <a:ext cx="246816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50" b="1" u="none" strike="noStrike" spc="150">
                <a:solidFill>
                  <a:srgbClr val="00A3E0"/>
                </a:solidFill>
                <a:uFillTx/>
                <a:latin typeface="Calibri"/>
                <a:ea typeface="Calibri"/>
              </a:rPr>
              <a:t>BROWSER</a:t>
            </a:r>
            <a:endParaRPr lang="en-US" sz="750" b="0" u="none" strike="noStrike">
              <a:solidFill>
                <a:srgbClr val="FFFFFF"/>
              </a:solidFill>
              <a:uFillTx/>
              <a:latin typeface="Noto Sans CJK SC"/>
            </a:endParaRPr>
          </a:p>
        </p:txBody>
      </p:sp>
      <p:sp>
        <p:nvSpPr>
          <p:cNvPr id="21" name="Text 13"/>
          <p:cNvSpPr/>
          <p:nvPr/>
        </p:nvSpPr>
        <p:spPr>
          <a:xfrm>
            <a:off x="6492240" y="2743200"/>
            <a:ext cx="2468160" cy="346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00" b="1" u="none" strike="noStrike">
                <a:solidFill>
                  <a:srgbClr val="FFFFFF"/>
                </a:solidFill>
                <a:uFillTx/>
                <a:latin typeface="Calibri"/>
                <a:ea typeface="Calibri"/>
              </a:rPr>
              <a:t>Google Chrome</a:t>
            </a:r>
            <a:endParaRPr lang="en-US" sz="1400" b="0" u="none" strike="noStrike">
              <a:solidFill>
                <a:srgbClr val="FFFFFF"/>
              </a:solidFill>
              <a:uFillTx/>
              <a:latin typeface="Noto Sans CJK SC"/>
            </a:endParaRPr>
          </a:p>
        </p:txBody>
      </p:sp>
      <p:sp>
        <p:nvSpPr>
          <p:cNvPr id="22" name="Shape 14"/>
          <p:cNvSpPr/>
          <p:nvPr/>
        </p:nvSpPr>
        <p:spPr>
          <a:xfrm>
            <a:off x="6446520" y="3163680"/>
            <a:ext cx="2513880" cy="6480"/>
          </a:xfrm>
          <a:prstGeom prst="rect">
            <a:avLst/>
          </a:prstGeom>
          <a:solidFill>
            <a:srgbClr val="2A4A65"/>
          </a:solidFill>
          <a:ln w="12700">
            <a:solidFill>
              <a:srgbClr val="2A4A65"/>
            </a:solidFill>
            <a:round/>
          </a:ln>
        </p:spPr>
        <p:style>
          <a:lnRef idx="0">
            <a:scrgbClr r="0" g="0" b="0"/>
          </a:lnRef>
          <a:fillRef idx="0">
            <a:scrgbClr r="0" g="0" b="0"/>
          </a:fillRef>
          <a:effectRef idx="0">
            <a:scrgbClr r="0" g="0" b="0"/>
          </a:effectRef>
          <a:fontRef idx="minor"/>
        </p:style>
        <p:txBody>
          <a:bodyPr lIns="90000" tIns="-37800" rIns="90000" bIns="-378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23" name="Text 15"/>
          <p:cNvSpPr/>
          <p:nvPr/>
        </p:nvSpPr>
        <p:spPr>
          <a:xfrm>
            <a:off x="6492240" y="3639240"/>
            <a:ext cx="246816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50" b="1" u="none" strike="noStrike" spc="150">
                <a:solidFill>
                  <a:srgbClr val="00A3E0"/>
                </a:solidFill>
                <a:uFillTx/>
                <a:latin typeface="Calibri"/>
                <a:ea typeface="Calibri"/>
              </a:rPr>
              <a:t>ARCHITECTURE</a:t>
            </a:r>
            <a:endParaRPr lang="en-US" sz="750" b="0" u="none" strike="noStrike">
              <a:solidFill>
                <a:srgbClr val="FFFFFF"/>
              </a:solidFill>
              <a:uFillTx/>
              <a:latin typeface="Noto Sans CJK SC"/>
            </a:endParaRPr>
          </a:p>
        </p:txBody>
      </p:sp>
      <p:sp>
        <p:nvSpPr>
          <p:cNvPr id="24" name="Text 16"/>
          <p:cNvSpPr/>
          <p:nvPr/>
        </p:nvSpPr>
        <p:spPr>
          <a:xfrm>
            <a:off x="6492240" y="3840480"/>
            <a:ext cx="2468160" cy="346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00" b="1" u="none" strike="noStrike">
                <a:solidFill>
                  <a:srgbClr val="FFFFFF"/>
                </a:solidFill>
                <a:uFillTx/>
                <a:latin typeface="Calibri"/>
                <a:ea typeface="Calibri"/>
              </a:rPr>
              <a:t>POM + BDD</a:t>
            </a:r>
            <a:endParaRPr lang="en-US" sz="1400" b="0" u="none" strike="noStrike">
              <a:solidFill>
                <a:srgbClr val="FFFFFF"/>
              </a:solidFill>
              <a:uFillTx/>
              <a:latin typeface="Noto Sans CJK SC"/>
            </a:endParaRPr>
          </a:p>
        </p:txBody>
      </p:sp>
      <p:sp>
        <p:nvSpPr>
          <p:cNvPr id="25" name="Shape 17"/>
          <p:cNvSpPr/>
          <p:nvPr/>
        </p:nvSpPr>
        <p:spPr>
          <a:xfrm>
            <a:off x="6400800" y="4572000"/>
            <a:ext cx="2559600" cy="474840"/>
          </a:xfrm>
          <a:prstGeom prst="rect">
            <a:avLst/>
          </a:prstGeom>
          <a:solidFill>
            <a:srgbClr val="142536"/>
          </a:solidFill>
          <a:ln w="12700">
            <a:solidFill>
              <a:srgbClr val="14253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26" name="Text 18"/>
          <p:cNvSpPr/>
          <p:nvPr/>
        </p:nvSpPr>
        <p:spPr>
          <a:xfrm>
            <a:off x="6400800" y="4626720"/>
            <a:ext cx="2559600" cy="346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800" b="0" u="none" strike="noStrike" dirty="0">
                <a:solidFill>
                  <a:srgbClr val="7EB4D0"/>
                </a:solidFill>
                <a:uFillTx/>
                <a:latin typeface="Calibri"/>
                <a:ea typeface="Calibri"/>
              </a:rPr>
              <a:t>Selenium  ·  Pytest  ·  Behave  ·  Allure</a:t>
            </a:r>
            <a:endParaRPr lang="en-US" sz="800" b="0" u="none" strike="noStrike" dirty="0">
              <a:solidFill>
                <a:srgbClr val="FFFFFF"/>
              </a:solidFill>
              <a:uFillTx/>
              <a:latin typeface="Noto Sans CJK SC"/>
            </a:endParaRPr>
          </a:p>
        </p:txBody>
      </p:sp>
      <p:sp>
        <p:nvSpPr>
          <p:cNvPr id="27" name="Text 19"/>
          <p:cNvSpPr/>
          <p:nvPr/>
        </p:nvSpPr>
        <p:spPr>
          <a:xfrm>
            <a:off x="320040" y="4818960"/>
            <a:ext cx="4564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1" u="none" strike="noStrike">
                <a:solidFill>
                  <a:srgbClr val="F05A28"/>
                </a:solidFill>
                <a:uFillTx/>
                <a:latin typeface="Calibri"/>
                <a:ea typeface="Calibri"/>
              </a:rPr>
              <a:t>01</a:t>
            </a:r>
            <a:endParaRPr lang="en-US" sz="900" b="0" u="none" strike="noStrike">
              <a:solidFill>
                <a:srgbClr val="FFFFFF"/>
              </a:solidFill>
              <a:uFillTx/>
              <a:latin typeface="Noto Sans CJK SC"/>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Shape 0"/>
          <p:cNvSpPr/>
          <p:nvPr/>
        </p:nvSpPr>
        <p:spPr>
          <a:xfrm>
            <a:off x="0" y="0"/>
            <a:ext cx="9143280" cy="54000"/>
          </a:xfrm>
          <a:prstGeom prst="rect">
            <a:avLst/>
          </a:prstGeom>
          <a:solidFill>
            <a:srgbClr val="1677C8"/>
          </a:solidFill>
          <a:ln w="12700">
            <a:solidFill>
              <a:srgbClr val="1677C8"/>
            </a:solidFill>
            <a:round/>
          </a:ln>
        </p:spPr>
        <p:style>
          <a:lnRef idx="0">
            <a:scrgbClr r="0" g="0" b="0"/>
          </a:lnRef>
          <a:fillRef idx="0">
            <a:scrgbClr r="0" g="0" b="0"/>
          </a:fillRef>
          <a:effectRef idx="0">
            <a:scrgbClr r="0" g="0" b="0"/>
          </a:effectRef>
          <a:fontRef idx="minor"/>
        </p:style>
        <p:txBody>
          <a:bodyPr lIns="90000" tIns="9720" rIns="90000" bIns="972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29" name="Text 1"/>
          <p:cNvSpPr/>
          <p:nvPr/>
        </p:nvSpPr>
        <p:spPr>
          <a:xfrm>
            <a:off x="365760" y="164520"/>
            <a:ext cx="3656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50" b="1" u="none" strike="noStrike" spc="201">
                <a:solidFill>
                  <a:srgbClr val="00A3E0"/>
                </a:solidFill>
                <a:uFillTx/>
                <a:latin typeface="Calibri"/>
                <a:ea typeface="Calibri"/>
              </a:rPr>
              <a:t>TEAM OVERVIEW</a:t>
            </a:r>
            <a:endParaRPr lang="en-US" sz="850" b="0" u="none" strike="noStrike">
              <a:solidFill>
                <a:srgbClr val="000000"/>
              </a:solidFill>
              <a:uFillTx/>
              <a:latin typeface="Noto Sans CJK SC"/>
            </a:endParaRPr>
          </a:p>
        </p:txBody>
      </p:sp>
      <p:sp>
        <p:nvSpPr>
          <p:cNvPr id="30" name="Text 2"/>
          <p:cNvSpPr/>
          <p:nvPr/>
        </p:nvSpPr>
        <p:spPr>
          <a:xfrm>
            <a:off x="365760" y="411480"/>
            <a:ext cx="8411760" cy="474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400" b="1" u="none" strike="noStrike">
                <a:solidFill>
                  <a:srgbClr val="14375F"/>
                </a:solidFill>
                <a:uFillTx/>
                <a:latin typeface="Calibri"/>
                <a:ea typeface="Calibri"/>
              </a:rPr>
              <a:t>Team Members &amp; Module Distribution</a:t>
            </a:r>
            <a:endParaRPr lang="en-US" sz="2400" b="0" u="none" strike="noStrike">
              <a:solidFill>
                <a:srgbClr val="000000"/>
              </a:solidFill>
              <a:uFillTx/>
              <a:latin typeface="Noto Sans CJK SC"/>
            </a:endParaRPr>
          </a:p>
        </p:txBody>
      </p:sp>
      <p:sp>
        <p:nvSpPr>
          <p:cNvPr id="31" name="Text 3"/>
          <p:cNvSpPr/>
          <p:nvPr/>
        </p:nvSpPr>
        <p:spPr>
          <a:xfrm>
            <a:off x="365760" y="896040"/>
            <a:ext cx="8411760" cy="25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50" b="0" u="none" strike="noStrike">
                <a:solidFill>
                  <a:srgbClr val="6B7C93"/>
                </a:solidFill>
                <a:uFillTx/>
                <a:latin typeface="Calibri"/>
                <a:ea typeface="Calibri"/>
              </a:rPr>
              <a:t>Group academic automation testing project — each member owns one Goibibo module</a:t>
            </a:r>
            <a:endParaRPr lang="en-US" sz="1050" b="0" u="none" strike="noStrike">
              <a:solidFill>
                <a:srgbClr val="000000"/>
              </a:solidFill>
              <a:uFillTx/>
              <a:latin typeface="Noto Sans CJK SC"/>
            </a:endParaRPr>
          </a:p>
        </p:txBody>
      </p:sp>
      <p:sp>
        <p:nvSpPr>
          <p:cNvPr id="32" name="Shape 4"/>
          <p:cNvSpPr/>
          <p:nvPr/>
        </p:nvSpPr>
        <p:spPr>
          <a:xfrm>
            <a:off x="182880" y="1298520"/>
            <a:ext cx="1645200" cy="3199680"/>
          </a:xfrm>
          <a:prstGeom prst="rect">
            <a:avLst/>
          </a:prstGeom>
          <a:solidFill>
            <a:srgbClr val="FFFFFF"/>
          </a:solidFill>
          <a:ln w="1524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33" name="Shape 5"/>
          <p:cNvSpPr/>
          <p:nvPr/>
        </p:nvSpPr>
        <p:spPr>
          <a:xfrm>
            <a:off x="182880" y="1298520"/>
            <a:ext cx="1645200" cy="109080"/>
          </a:xfrm>
          <a:prstGeom prst="rect">
            <a:avLst/>
          </a:prstGeom>
          <a:solidFill>
            <a:srgbClr val="1677C8"/>
          </a:solidFill>
          <a:ln w="12700">
            <a:solidFill>
              <a:srgbClr val="1677C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34" name="Shape 6"/>
          <p:cNvSpPr/>
          <p:nvPr/>
        </p:nvSpPr>
        <p:spPr>
          <a:xfrm>
            <a:off x="749880" y="1481400"/>
            <a:ext cx="502200" cy="502200"/>
          </a:xfrm>
          <a:prstGeom prst="ellipse">
            <a:avLst/>
          </a:prstGeom>
          <a:solidFill>
            <a:srgbClr val="1677C8"/>
          </a:solidFill>
          <a:ln w="12700">
            <a:solidFill>
              <a:srgbClr val="1677C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35" name="Text 7"/>
          <p:cNvSpPr/>
          <p:nvPr/>
        </p:nvSpPr>
        <p:spPr>
          <a:xfrm>
            <a:off x="749880" y="1481400"/>
            <a:ext cx="50220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uFillTx/>
                <a:latin typeface="Calibri"/>
                <a:ea typeface="Calibri"/>
              </a:rPr>
              <a:t>01</a:t>
            </a:r>
            <a:endParaRPr lang="en-US" sz="1100" b="0" u="none" strike="noStrike">
              <a:solidFill>
                <a:srgbClr val="000000"/>
              </a:solidFill>
              <a:uFillTx/>
              <a:latin typeface="Noto Sans CJK SC"/>
            </a:endParaRPr>
          </a:p>
        </p:txBody>
      </p:sp>
      <p:sp>
        <p:nvSpPr>
          <p:cNvPr id="36" name="Text 8"/>
          <p:cNvSpPr/>
          <p:nvPr/>
        </p:nvSpPr>
        <p:spPr>
          <a:xfrm>
            <a:off x="274320" y="2103120"/>
            <a:ext cx="1462320" cy="410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600" b="1" u="none" strike="noStrike">
                <a:solidFill>
                  <a:srgbClr val="1677C8"/>
                </a:solidFill>
                <a:uFillTx/>
                <a:latin typeface="Calibri"/>
                <a:ea typeface="Calibri"/>
              </a:rPr>
              <a:t>Hotels</a:t>
            </a:r>
            <a:endParaRPr lang="en-US" sz="1600" b="0" u="none" strike="noStrike">
              <a:solidFill>
                <a:srgbClr val="000000"/>
              </a:solidFill>
              <a:uFillTx/>
              <a:latin typeface="Noto Sans CJK SC"/>
            </a:endParaRPr>
          </a:p>
        </p:txBody>
      </p:sp>
      <p:sp>
        <p:nvSpPr>
          <p:cNvPr id="37" name="Shape 9"/>
          <p:cNvSpPr/>
          <p:nvPr/>
        </p:nvSpPr>
        <p:spPr>
          <a:xfrm>
            <a:off x="457200" y="2560320"/>
            <a:ext cx="1096560" cy="6480"/>
          </a:xfrm>
          <a:prstGeom prst="rect">
            <a:avLst/>
          </a:prstGeom>
          <a:solidFill>
            <a:srgbClr val="CBD8E8"/>
          </a:solidFill>
          <a:ln w="12700">
            <a:solidFill>
              <a:srgbClr val="CBD8E8"/>
            </a:solidFill>
            <a:round/>
          </a:ln>
        </p:spPr>
        <p:style>
          <a:lnRef idx="0">
            <a:scrgbClr r="0" g="0" b="0"/>
          </a:lnRef>
          <a:fillRef idx="0">
            <a:scrgbClr r="0" g="0" b="0"/>
          </a:fillRef>
          <a:effectRef idx="0">
            <a:scrgbClr r="0" g="0" b="0"/>
          </a:effectRef>
          <a:fontRef idx="minor"/>
        </p:style>
        <p:txBody>
          <a:bodyPr lIns="90000" tIns="-37800" rIns="90000" bIns="-378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38" name="Text 10"/>
          <p:cNvSpPr/>
          <p:nvPr/>
        </p:nvSpPr>
        <p:spPr>
          <a:xfrm>
            <a:off x="274320" y="2688480"/>
            <a:ext cx="1462320" cy="45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950" b="1" u="none" strike="noStrike">
                <a:solidFill>
                  <a:srgbClr val="14375F"/>
                </a:solidFill>
                <a:uFillTx/>
                <a:latin typeface="Calibri"/>
                <a:ea typeface="Calibri"/>
              </a:rPr>
              <a:t>Akash Baran Ghorai</a:t>
            </a:r>
            <a:endParaRPr lang="en-US" sz="950" b="0" u="none" strike="noStrike">
              <a:solidFill>
                <a:srgbClr val="000000"/>
              </a:solidFill>
              <a:uFillTx/>
              <a:latin typeface="Noto Sans CJK SC"/>
            </a:endParaRPr>
          </a:p>
        </p:txBody>
      </p:sp>
      <p:sp>
        <p:nvSpPr>
          <p:cNvPr id="39" name="Text 11"/>
          <p:cNvSpPr/>
          <p:nvPr/>
        </p:nvSpPr>
        <p:spPr>
          <a:xfrm>
            <a:off x="274320" y="3237120"/>
            <a:ext cx="146232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750" b="0" u="none" strike="noStrike">
                <a:solidFill>
                  <a:srgbClr val="6B7C93"/>
                </a:solidFill>
                <a:uFillTx/>
                <a:latin typeface="Calibri"/>
                <a:ea typeface="Calibri"/>
              </a:rPr>
              <a:t>Superset ID</a:t>
            </a:r>
            <a:endParaRPr lang="en-US" sz="750" b="0" u="none" strike="noStrike">
              <a:solidFill>
                <a:srgbClr val="000000"/>
              </a:solidFill>
              <a:uFillTx/>
              <a:latin typeface="Noto Sans CJK SC"/>
            </a:endParaRPr>
          </a:p>
        </p:txBody>
      </p:sp>
      <p:sp>
        <p:nvSpPr>
          <p:cNvPr id="40" name="Text 12"/>
          <p:cNvSpPr/>
          <p:nvPr/>
        </p:nvSpPr>
        <p:spPr>
          <a:xfrm>
            <a:off x="274320" y="3401640"/>
            <a:ext cx="1462320" cy="25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150" b="1" u="none" strike="noStrike">
                <a:solidFill>
                  <a:srgbClr val="1677C8"/>
                </a:solidFill>
                <a:uFillTx/>
                <a:latin typeface="Calibri"/>
                <a:ea typeface="Calibri"/>
              </a:rPr>
              <a:t>4959403</a:t>
            </a:r>
            <a:endParaRPr lang="en-US" sz="1150" b="0" u="none" strike="noStrike">
              <a:solidFill>
                <a:srgbClr val="000000"/>
              </a:solidFill>
              <a:uFillTx/>
              <a:latin typeface="Noto Sans CJK SC"/>
            </a:endParaRPr>
          </a:p>
        </p:txBody>
      </p:sp>
      <p:sp>
        <p:nvSpPr>
          <p:cNvPr id="41" name="Shape 13"/>
          <p:cNvSpPr/>
          <p:nvPr/>
        </p:nvSpPr>
        <p:spPr>
          <a:xfrm>
            <a:off x="1965960" y="1298520"/>
            <a:ext cx="1645200" cy="3199680"/>
          </a:xfrm>
          <a:prstGeom prst="rect">
            <a:avLst/>
          </a:prstGeom>
          <a:solidFill>
            <a:srgbClr val="FFFFFF"/>
          </a:solidFill>
          <a:ln w="1524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42" name="Shape 14"/>
          <p:cNvSpPr/>
          <p:nvPr/>
        </p:nvSpPr>
        <p:spPr>
          <a:xfrm>
            <a:off x="1965960" y="1298520"/>
            <a:ext cx="1645200" cy="109080"/>
          </a:xfrm>
          <a:prstGeom prst="rect">
            <a:avLst/>
          </a:prstGeom>
          <a:solidFill>
            <a:srgbClr val="00A3E0"/>
          </a:solidFill>
          <a:ln w="12700">
            <a:solidFill>
              <a:srgbClr val="00A3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43" name="Shape 15"/>
          <p:cNvSpPr/>
          <p:nvPr/>
        </p:nvSpPr>
        <p:spPr>
          <a:xfrm>
            <a:off x="2532960" y="1481400"/>
            <a:ext cx="502200" cy="502200"/>
          </a:xfrm>
          <a:prstGeom prst="ellipse">
            <a:avLst/>
          </a:prstGeom>
          <a:solidFill>
            <a:srgbClr val="00A3E0"/>
          </a:solidFill>
          <a:ln w="12700">
            <a:solidFill>
              <a:srgbClr val="00A3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44" name="Text 16"/>
          <p:cNvSpPr/>
          <p:nvPr/>
        </p:nvSpPr>
        <p:spPr>
          <a:xfrm>
            <a:off x="2532960" y="1481400"/>
            <a:ext cx="50220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uFillTx/>
                <a:latin typeface="Calibri"/>
                <a:ea typeface="Calibri"/>
              </a:rPr>
              <a:t>02</a:t>
            </a:r>
            <a:endParaRPr lang="en-US" sz="1100" b="0" u="none" strike="noStrike">
              <a:solidFill>
                <a:srgbClr val="000000"/>
              </a:solidFill>
              <a:uFillTx/>
              <a:latin typeface="Noto Sans CJK SC"/>
            </a:endParaRPr>
          </a:p>
        </p:txBody>
      </p:sp>
      <p:sp>
        <p:nvSpPr>
          <p:cNvPr id="45" name="Text 17"/>
          <p:cNvSpPr/>
          <p:nvPr/>
        </p:nvSpPr>
        <p:spPr>
          <a:xfrm>
            <a:off x="2057400" y="2103120"/>
            <a:ext cx="1462320" cy="410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600" b="1" u="none" strike="noStrike">
                <a:solidFill>
                  <a:srgbClr val="00A3E0"/>
                </a:solidFill>
                <a:uFillTx/>
                <a:latin typeface="Calibri"/>
                <a:ea typeface="Calibri"/>
              </a:rPr>
              <a:t>Cabs</a:t>
            </a:r>
            <a:endParaRPr lang="en-US" sz="1600" b="0" u="none" strike="noStrike">
              <a:solidFill>
                <a:srgbClr val="000000"/>
              </a:solidFill>
              <a:uFillTx/>
              <a:latin typeface="Noto Sans CJK SC"/>
            </a:endParaRPr>
          </a:p>
        </p:txBody>
      </p:sp>
      <p:sp>
        <p:nvSpPr>
          <p:cNvPr id="46" name="Shape 18"/>
          <p:cNvSpPr/>
          <p:nvPr/>
        </p:nvSpPr>
        <p:spPr>
          <a:xfrm>
            <a:off x="2240280" y="2560320"/>
            <a:ext cx="1096560" cy="6480"/>
          </a:xfrm>
          <a:prstGeom prst="rect">
            <a:avLst/>
          </a:prstGeom>
          <a:solidFill>
            <a:srgbClr val="CBD8E8"/>
          </a:solidFill>
          <a:ln w="12700">
            <a:solidFill>
              <a:srgbClr val="CBD8E8"/>
            </a:solidFill>
            <a:round/>
          </a:ln>
        </p:spPr>
        <p:style>
          <a:lnRef idx="0">
            <a:scrgbClr r="0" g="0" b="0"/>
          </a:lnRef>
          <a:fillRef idx="0">
            <a:scrgbClr r="0" g="0" b="0"/>
          </a:fillRef>
          <a:effectRef idx="0">
            <a:scrgbClr r="0" g="0" b="0"/>
          </a:effectRef>
          <a:fontRef idx="minor"/>
        </p:style>
        <p:txBody>
          <a:bodyPr lIns="90000" tIns="-37800" rIns="90000" bIns="-378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47" name="Text 19"/>
          <p:cNvSpPr/>
          <p:nvPr/>
        </p:nvSpPr>
        <p:spPr>
          <a:xfrm>
            <a:off x="2057400" y="2688480"/>
            <a:ext cx="1462320" cy="45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950" b="1" u="none" strike="noStrike">
                <a:solidFill>
                  <a:srgbClr val="14375F"/>
                </a:solidFill>
                <a:uFillTx/>
                <a:latin typeface="Calibri"/>
                <a:ea typeface="Calibri"/>
              </a:rPr>
              <a:t>Rishabh Chauhan</a:t>
            </a:r>
            <a:endParaRPr lang="en-US" sz="950" b="0" u="none" strike="noStrike">
              <a:solidFill>
                <a:srgbClr val="000000"/>
              </a:solidFill>
              <a:uFillTx/>
              <a:latin typeface="Noto Sans CJK SC"/>
            </a:endParaRPr>
          </a:p>
        </p:txBody>
      </p:sp>
      <p:sp>
        <p:nvSpPr>
          <p:cNvPr id="48" name="Text 20"/>
          <p:cNvSpPr/>
          <p:nvPr/>
        </p:nvSpPr>
        <p:spPr>
          <a:xfrm>
            <a:off x="2057400" y="3237120"/>
            <a:ext cx="146232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750" b="0" u="none" strike="noStrike">
                <a:solidFill>
                  <a:srgbClr val="6B7C93"/>
                </a:solidFill>
                <a:uFillTx/>
                <a:latin typeface="Calibri"/>
                <a:ea typeface="Calibri"/>
              </a:rPr>
              <a:t>Superset ID</a:t>
            </a:r>
            <a:endParaRPr lang="en-US" sz="750" b="0" u="none" strike="noStrike">
              <a:solidFill>
                <a:srgbClr val="000000"/>
              </a:solidFill>
              <a:uFillTx/>
              <a:latin typeface="Noto Sans CJK SC"/>
            </a:endParaRPr>
          </a:p>
        </p:txBody>
      </p:sp>
      <p:sp>
        <p:nvSpPr>
          <p:cNvPr id="49" name="Text 21"/>
          <p:cNvSpPr/>
          <p:nvPr/>
        </p:nvSpPr>
        <p:spPr>
          <a:xfrm>
            <a:off x="2057400" y="3401640"/>
            <a:ext cx="1462320" cy="25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150" b="1" u="none" strike="noStrike">
                <a:solidFill>
                  <a:srgbClr val="1677C8"/>
                </a:solidFill>
                <a:uFillTx/>
                <a:latin typeface="Calibri"/>
                <a:ea typeface="Calibri"/>
              </a:rPr>
              <a:t>5394726</a:t>
            </a:r>
            <a:endParaRPr lang="en-US" sz="1150" b="0" u="none" strike="noStrike">
              <a:solidFill>
                <a:srgbClr val="000000"/>
              </a:solidFill>
              <a:uFillTx/>
              <a:latin typeface="Noto Sans CJK SC"/>
            </a:endParaRPr>
          </a:p>
        </p:txBody>
      </p:sp>
      <p:sp>
        <p:nvSpPr>
          <p:cNvPr id="50" name="Shape 22"/>
          <p:cNvSpPr/>
          <p:nvPr/>
        </p:nvSpPr>
        <p:spPr>
          <a:xfrm>
            <a:off x="3749040" y="1298520"/>
            <a:ext cx="1645200" cy="3199680"/>
          </a:xfrm>
          <a:prstGeom prst="rect">
            <a:avLst/>
          </a:prstGeom>
          <a:solidFill>
            <a:srgbClr val="FFFFFF"/>
          </a:solidFill>
          <a:ln w="1524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51" name="Shape 23"/>
          <p:cNvSpPr/>
          <p:nvPr/>
        </p:nvSpPr>
        <p:spPr>
          <a:xfrm>
            <a:off x="3749040" y="1298520"/>
            <a:ext cx="1645200" cy="109080"/>
          </a:xfrm>
          <a:prstGeom prst="rect">
            <a:avLst/>
          </a:prstGeom>
          <a:solidFill>
            <a:srgbClr val="F05A28"/>
          </a:solidFill>
          <a:ln w="12700">
            <a:solidFill>
              <a:srgbClr val="F05A2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52" name="Shape 24"/>
          <p:cNvSpPr/>
          <p:nvPr/>
        </p:nvSpPr>
        <p:spPr>
          <a:xfrm>
            <a:off x="4316040" y="1481400"/>
            <a:ext cx="502200" cy="502200"/>
          </a:xfrm>
          <a:prstGeom prst="ellipse">
            <a:avLst/>
          </a:prstGeom>
          <a:solidFill>
            <a:srgbClr val="F05A28"/>
          </a:solidFill>
          <a:ln w="12700">
            <a:solidFill>
              <a:srgbClr val="F05A2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53" name="Text 25"/>
          <p:cNvSpPr/>
          <p:nvPr/>
        </p:nvSpPr>
        <p:spPr>
          <a:xfrm>
            <a:off x="4316040" y="1481400"/>
            <a:ext cx="50220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uFillTx/>
                <a:latin typeface="Calibri"/>
                <a:ea typeface="Calibri"/>
              </a:rPr>
              <a:t>03</a:t>
            </a:r>
            <a:endParaRPr lang="en-US" sz="1100" b="0" u="none" strike="noStrike">
              <a:solidFill>
                <a:srgbClr val="000000"/>
              </a:solidFill>
              <a:uFillTx/>
              <a:latin typeface="Noto Sans CJK SC"/>
            </a:endParaRPr>
          </a:p>
        </p:txBody>
      </p:sp>
      <p:sp>
        <p:nvSpPr>
          <p:cNvPr id="54" name="Text 26"/>
          <p:cNvSpPr/>
          <p:nvPr/>
        </p:nvSpPr>
        <p:spPr>
          <a:xfrm>
            <a:off x="3840480" y="2103120"/>
            <a:ext cx="1462320" cy="410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600" b="1" u="none" strike="noStrike">
                <a:solidFill>
                  <a:srgbClr val="F05A28"/>
                </a:solidFill>
                <a:uFillTx/>
                <a:latin typeface="Calibri"/>
                <a:ea typeface="Calibri"/>
              </a:rPr>
              <a:t>Bus</a:t>
            </a:r>
            <a:endParaRPr lang="en-US" sz="1600" b="0" u="none" strike="noStrike">
              <a:solidFill>
                <a:srgbClr val="000000"/>
              </a:solidFill>
              <a:uFillTx/>
              <a:latin typeface="Noto Sans CJK SC"/>
            </a:endParaRPr>
          </a:p>
        </p:txBody>
      </p:sp>
      <p:sp>
        <p:nvSpPr>
          <p:cNvPr id="55" name="Shape 27"/>
          <p:cNvSpPr/>
          <p:nvPr/>
        </p:nvSpPr>
        <p:spPr>
          <a:xfrm>
            <a:off x="4023360" y="2560320"/>
            <a:ext cx="1096560" cy="6480"/>
          </a:xfrm>
          <a:prstGeom prst="rect">
            <a:avLst/>
          </a:prstGeom>
          <a:solidFill>
            <a:srgbClr val="CBD8E8"/>
          </a:solidFill>
          <a:ln w="12700">
            <a:solidFill>
              <a:srgbClr val="CBD8E8"/>
            </a:solidFill>
            <a:round/>
          </a:ln>
        </p:spPr>
        <p:style>
          <a:lnRef idx="0">
            <a:scrgbClr r="0" g="0" b="0"/>
          </a:lnRef>
          <a:fillRef idx="0">
            <a:scrgbClr r="0" g="0" b="0"/>
          </a:fillRef>
          <a:effectRef idx="0">
            <a:scrgbClr r="0" g="0" b="0"/>
          </a:effectRef>
          <a:fontRef idx="minor"/>
        </p:style>
        <p:txBody>
          <a:bodyPr lIns="90000" tIns="-37800" rIns="90000" bIns="-378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56" name="Text 28"/>
          <p:cNvSpPr/>
          <p:nvPr/>
        </p:nvSpPr>
        <p:spPr>
          <a:xfrm>
            <a:off x="3840480" y="2688480"/>
            <a:ext cx="1462320" cy="45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950" b="1" u="none" strike="noStrike">
                <a:solidFill>
                  <a:srgbClr val="14375F"/>
                </a:solidFill>
                <a:uFillTx/>
                <a:latin typeface="Calibri"/>
                <a:ea typeface="Calibri"/>
              </a:rPr>
              <a:t>Aditya Pandey</a:t>
            </a:r>
            <a:endParaRPr lang="en-US" sz="950" b="0" u="none" strike="noStrike">
              <a:solidFill>
                <a:srgbClr val="000000"/>
              </a:solidFill>
              <a:uFillTx/>
              <a:latin typeface="Noto Sans CJK SC"/>
            </a:endParaRPr>
          </a:p>
        </p:txBody>
      </p:sp>
      <p:sp>
        <p:nvSpPr>
          <p:cNvPr id="57" name="Text 29"/>
          <p:cNvSpPr/>
          <p:nvPr/>
        </p:nvSpPr>
        <p:spPr>
          <a:xfrm>
            <a:off x="3840480" y="3237120"/>
            <a:ext cx="146232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750" b="0" u="none" strike="noStrike">
                <a:solidFill>
                  <a:srgbClr val="6B7C93"/>
                </a:solidFill>
                <a:uFillTx/>
                <a:latin typeface="Calibri"/>
                <a:ea typeface="Calibri"/>
              </a:rPr>
              <a:t>Superset ID</a:t>
            </a:r>
            <a:endParaRPr lang="en-US" sz="750" b="0" u="none" strike="noStrike">
              <a:solidFill>
                <a:srgbClr val="000000"/>
              </a:solidFill>
              <a:uFillTx/>
              <a:latin typeface="Noto Sans CJK SC"/>
            </a:endParaRPr>
          </a:p>
        </p:txBody>
      </p:sp>
      <p:sp>
        <p:nvSpPr>
          <p:cNvPr id="58" name="Text 30"/>
          <p:cNvSpPr/>
          <p:nvPr/>
        </p:nvSpPr>
        <p:spPr>
          <a:xfrm>
            <a:off x="3840480" y="3401640"/>
            <a:ext cx="1462320" cy="25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150" b="1" u="none" strike="noStrike">
                <a:solidFill>
                  <a:srgbClr val="1677C8"/>
                </a:solidFill>
                <a:uFillTx/>
                <a:latin typeface="Calibri"/>
                <a:ea typeface="Calibri"/>
              </a:rPr>
              <a:t>5097819</a:t>
            </a:r>
            <a:endParaRPr lang="en-US" sz="1150" b="0" u="none" strike="noStrike">
              <a:solidFill>
                <a:srgbClr val="000000"/>
              </a:solidFill>
              <a:uFillTx/>
              <a:latin typeface="Noto Sans CJK SC"/>
            </a:endParaRPr>
          </a:p>
        </p:txBody>
      </p:sp>
      <p:sp>
        <p:nvSpPr>
          <p:cNvPr id="59" name="Shape 31"/>
          <p:cNvSpPr/>
          <p:nvPr/>
        </p:nvSpPr>
        <p:spPr>
          <a:xfrm>
            <a:off x="5532120" y="1298520"/>
            <a:ext cx="1645200" cy="3199680"/>
          </a:xfrm>
          <a:prstGeom prst="rect">
            <a:avLst/>
          </a:prstGeom>
          <a:solidFill>
            <a:srgbClr val="FFFFFF"/>
          </a:solidFill>
          <a:ln w="1524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60" name="Shape 32"/>
          <p:cNvSpPr/>
          <p:nvPr/>
        </p:nvSpPr>
        <p:spPr>
          <a:xfrm>
            <a:off x="5532120" y="1298520"/>
            <a:ext cx="1645200" cy="109080"/>
          </a:xfrm>
          <a:prstGeom prst="rect">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61" name="Shape 33"/>
          <p:cNvSpPr/>
          <p:nvPr/>
        </p:nvSpPr>
        <p:spPr>
          <a:xfrm>
            <a:off x="6099120" y="1481400"/>
            <a:ext cx="502200" cy="502200"/>
          </a:xfrm>
          <a:prstGeom prst="ellipse">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62" name="Text 34"/>
          <p:cNvSpPr/>
          <p:nvPr/>
        </p:nvSpPr>
        <p:spPr>
          <a:xfrm>
            <a:off x="6099120" y="1481400"/>
            <a:ext cx="50220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uFillTx/>
                <a:latin typeface="Calibri"/>
                <a:ea typeface="Calibri"/>
              </a:rPr>
              <a:t>04</a:t>
            </a:r>
            <a:endParaRPr lang="en-US" sz="1100" b="0" u="none" strike="noStrike">
              <a:solidFill>
                <a:srgbClr val="000000"/>
              </a:solidFill>
              <a:uFillTx/>
              <a:latin typeface="Noto Sans CJK SC"/>
            </a:endParaRPr>
          </a:p>
        </p:txBody>
      </p:sp>
      <p:sp>
        <p:nvSpPr>
          <p:cNvPr id="63" name="Text 35"/>
          <p:cNvSpPr/>
          <p:nvPr/>
        </p:nvSpPr>
        <p:spPr>
          <a:xfrm>
            <a:off x="5623560" y="2103120"/>
            <a:ext cx="1462320" cy="410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600" b="1" u="none" strike="noStrike">
                <a:solidFill>
                  <a:srgbClr val="27AE60"/>
                </a:solidFill>
                <a:uFillTx/>
                <a:latin typeface="Calibri"/>
                <a:ea typeface="Calibri"/>
              </a:rPr>
              <a:t>Trains</a:t>
            </a:r>
            <a:endParaRPr lang="en-US" sz="1600" b="0" u="none" strike="noStrike">
              <a:solidFill>
                <a:srgbClr val="000000"/>
              </a:solidFill>
              <a:uFillTx/>
              <a:latin typeface="Noto Sans CJK SC"/>
            </a:endParaRPr>
          </a:p>
        </p:txBody>
      </p:sp>
      <p:sp>
        <p:nvSpPr>
          <p:cNvPr id="64" name="Shape 36"/>
          <p:cNvSpPr/>
          <p:nvPr/>
        </p:nvSpPr>
        <p:spPr>
          <a:xfrm>
            <a:off x="5806440" y="2560320"/>
            <a:ext cx="1096560" cy="6480"/>
          </a:xfrm>
          <a:prstGeom prst="rect">
            <a:avLst/>
          </a:prstGeom>
          <a:solidFill>
            <a:srgbClr val="CBD8E8"/>
          </a:solidFill>
          <a:ln w="12700">
            <a:solidFill>
              <a:srgbClr val="CBD8E8"/>
            </a:solidFill>
            <a:round/>
          </a:ln>
        </p:spPr>
        <p:style>
          <a:lnRef idx="0">
            <a:scrgbClr r="0" g="0" b="0"/>
          </a:lnRef>
          <a:fillRef idx="0">
            <a:scrgbClr r="0" g="0" b="0"/>
          </a:fillRef>
          <a:effectRef idx="0">
            <a:scrgbClr r="0" g="0" b="0"/>
          </a:effectRef>
          <a:fontRef idx="minor"/>
        </p:style>
        <p:txBody>
          <a:bodyPr lIns="90000" tIns="-37800" rIns="90000" bIns="-378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65" name="Text 37"/>
          <p:cNvSpPr/>
          <p:nvPr/>
        </p:nvSpPr>
        <p:spPr>
          <a:xfrm>
            <a:off x="5623560" y="2688480"/>
            <a:ext cx="1462320" cy="45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950" b="1" u="none" strike="noStrike">
                <a:solidFill>
                  <a:srgbClr val="14375F"/>
                </a:solidFill>
                <a:uFillTx/>
                <a:latin typeface="Calibri"/>
                <a:ea typeface="Calibri"/>
              </a:rPr>
              <a:t>Priyanshu Prakash</a:t>
            </a:r>
            <a:endParaRPr lang="en-US" sz="950" b="0" u="none" strike="noStrike">
              <a:solidFill>
                <a:srgbClr val="000000"/>
              </a:solidFill>
              <a:uFillTx/>
              <a:latin typeface="Noto Sans CJK SC"/>
            </a:endParaRPr>
          </a:p>
        </p:txBody>
      </p:sp>
      <p:sp>
        <p:nvSpPr>
          <p:cNvPr id="66" name="Text 38"/>
          <p:cNvSpPr/>
          <p:nvPr/>
        </p:nvSpPr>
        <p:spPr>
          <a:xfrm>
            <a:off x="5623560" y="3237120"/>
            <a:ext cx="146232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750" b="0" u="none" strike="noStrike">
                <a:solidFill>
                  <a:srgbClr val="6B7C93"/>
                </a:solidFill>
                <a:uFillTx/>
                <a:latin typeface="Calibri"/>
                <a:ea typeface="Calibri"/>
              </a:rPr>
              <a:t>Superset ID</a:t>
            </a:r>
            <a:endParaRPr lang="en-US" sz="750" b="0" u="none" strike="noStrike">
              <a:solidFill>
                <a:srgbClr val="000000"/>
              </a:solidFill>
              <a:uFillTx/>
              <a:latin typeface="Noto Sans CJK SC"/>
            </a:endParaRPr>
          </a:p>
        </p:txBody>
      </p:sp>
      <p:sp>
        <p:nvSpPr>
          <p:cNvPr id="67" name="Text 39"/>
          <p:cNvSpPr/>
          <p:nvPr/>
        </p:nvSpPr>
        <p:spPr>
          <a:xfrm>
            <a:off x="5623560" y="3401640"/>
            <a:ext cx="1462320" cy="25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150" b="1" u="none" strike="noStrike">
                <a:solidFill>
                  <a:srgbClr val="1677C8"/>
                </a:solidFill>
                <a:uFillTx/>
                <a:latin typeface="Calibri"/>
                <a:ea typeface="Calibri"/>
              </a:rPr>
              <a:t>4467004</a:t>
            </a:r>
            <a:endParaRPr lang="en-US" sz="1150" b="0" u="none" strike="noStrike">
              <a:solidFill>
                <a:srgbClr val="000000"/>
              </a:solidFill>
              <a:uFillTx/>
              <a:latin typeface="Noto Sans CJK SC"/>
            </a:endParaRPr>
          </a:p>
        </p:txBody>
      </p:sp>
      <p:sp>
        <p:nvSpPr>
          <p:cNvPr id="68" name="Shape 40"/>
          <p:cNvSpPr/>
          <p:nvPr/>
        </p:nvSpPr>
        <p:spPr>
          <a:xfrm>
            <a:off x="7315200" y="1298520"/>
            <a:ext cx="1645200" cy="3199680"/>
          </a:xfrm>
          <a:prstGeom prst="rect">
            <a:avLst/>
          </a:prstGeom>
          <a:solidFill>
            <a:srgbClr val="FFFFFF"/>
          </a:solidFill>
          <a:ln w="1524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69" name="Shape 41"/>
          <p:cNvSpPr/>
          <p:nvPr/>
        </p:nvSpPr>
        <p:spPr>
          <a:xfrm>
            <a:off x="7315200" y="1298520"/>
            <a:ext cx="1645200" cy="109080"/>
          </a:xfrm>
          <a:prstGeom prst="rect">
            <a:avLst/>
          </a:prstGeom>
          <a:solidFill>
            <a:srgbClr val="8E44AD"/>
          </a:solidFill>
          <a:ln w="12700">
            <a:solidFill>
              <a:srgbClr val="8E44A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70" name="Shape 42"/>
          <p:cNvSpPr/>
          <p:nvPr/>
        </p:nvSpPr>
        <p:spPr>
          <a:xfrm>
            <a:off x="7882200" y="1481400"/>
            <a:ext cx="502200" cy="502200"/>
          </a:xfrm>
          <a:prstGeom prst="ellipse">
            <a:avLst/>
          </a:prstGeom>
          <a:solidFill>
            <a:srgbClr val="8E44AD"/>
          </a:solidFill>
          <a:ln w="12700">
            <a:solidFill>
              <a:srgbClr val="8E44A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71" name="Text 43"/>
          <p:cNvSpPr/>
          <p:nvPr/>
        </p:nvSpPr>
        <p:spPr>
          <a:xfrm>
            <a:off x="7882200" y="1481400"/>
            <a:ext cx="50220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uFillTx/>
                <a:latin typeface="Calibri"/>
                <a:ea typeface="Calibri"/>
              </a:rPr>
              <a:t>05</a:t>
            </a:r>
            <a:endParaRPr lang="en-US" sz="1100" b="0" u="none" strike="noStrike">
              <a:solidFill>
                <a:srgbClr val="000000"/>
              </a:solidFill>
              <a:uFillTx/>
              <a:latin typeface="Noto Sans CJK SC"/>
            </a:endParaRPr>
          </a:p>
        </p:txBody>
      </p:sp>
      <p:sp>
        <p:nvSpPr>
          <p:cNvPr id="72" name="Text 44"/>
          <p:cNvSpPr/>
          <p:nvPr/>
        </p:nvSpPr>
        <p:spPr>
          <a:xfrm>
            <a:off x="7406640" y="2103120"/>
            <a:ext cx="1462320" cy="410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600" b="1" u="none" strike="noStrike">
                <a:solidFill>
                  <a:srgbClr val="8E44AD"/>
                </a:solidFill>
                <a:uFillTx/>
                <a:latin typeface="Calibri"/>
                <a:ea typeface="Calibri"/>
              </a:rPr>
              <a:t>Holidays</a:t>
            </a:r>
            <a:endParaRPr lang="en-US" sz="1600" b="0" u="none" strike="noStrike">
              <a:solidFill>
                <a:srgbClr val="000000"/>
              </a:solidFill>
              <a:uFillTx/>
              <a:latin typeface="Noto Sans CJK SC"/>
            </a:endParaRPr>
          </a:p>
        </p:txBody>
      </p:sp>
      <p:sp>
        <p:nvSpPr>
          <p:cNvPr id="73" name="Shape 45"/>
          <p:cNvSpPr/>
          <p:nvPr/>
        </p:nvSpPr>
        <p:spPr>
          <a:xfrm>
            <a:off x="7589520" y="2560320"/>
            <a:ext cx="1096560" cy="6480"/>
          </a:xfrm>
          <a:prstGeom prst="rect">
            <a:avLst/>
          </a:prstGeom>
          <a:solidFill>
            <a:srgbClr val="CBD8E8"/>
          </a:solidFill>
          <a:ln w="12700">
            <a:solidFill>
              <a:srgbClr val="CBD8E8"/>
            </a:solidFill>
            <a:round/>
          </a:ln>
        </p:spPr>
        <p:style>
          <a:lnRef idx="0">
            <a:scrgbClr r="0" g="0" b="0"/>
          </a:lnRef>
          <a:fillRef idx="0">
            <a:scrgbClr r="0" g="0" b="0"/>
          </a:fillRef>
          <a:effectRef idx="0">
            <a:scrgbClr r="0" g="0" b="0"/>
          </a:effectRef>
          <a:fontRef idx="minor"/>
        </p:style>
        <p:txBody>
          <a:bodyPr lIns="90000" tIns="-37800" rIns="90000" bIns="-378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74" name="Text 46"/>
          <p:cNvSpPr/>
          <p:nvPr/>
        </p:nvSpPr>
        <p:spPr>
          <a:xfrm>
            <a:off x="7406640" y="2688480"/>
            <a:ext cx="1462320" cy="45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950" b="1" u="none" strike="noStrike">
                <a:solidFill>
                  <a:srgbClr val="14375F"/>
                </a:solidFill>
                <a:uFillTx/>
                <a:latin typeface="Calibri"/>
                <a:ea typeface="Calibri"/>
              </a:rPr>
              <a:t>Vanaparthi Deekshith</a:t>
            </a:r>
            <a:endParaRPr lang="en-US" sz="950" b="0" u="none" strike="noStrike">
              <a:solidFill>
                <a:srgbClr val="000000"/>
              </a:solidFill>
              <a:uFillTx/>
              <a:latin typeface="Noto Sans CJK SC"/>
            </a:endParaRPr>
          </a:p>
        </p:txBody>
      </p:sp>
      <p:sp>
        <p:nvSpPr>
          <p:cNvPr id="75" name="Text 47"/>
          <p:cNvSpPr/>
          <p:nvPr/>
        </p:nvSpPr>
        <p:spPr>
          <a:xfrm>
            <a:off x="7406640" y="3237120"/>
            <a:ext cx="146232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750" b="0" u="none" strike="noStrike">
                <a:solidFill>
                  <a:srgbClr val="6B7C93"/>
                </a:solidFill>
                <a:uFillTx/>
                <a:latin typeface="Calibri"/>
                <a:ea typeface="Calibri"/>
              </a:rPr>
              <a:t>Superset ID</a:t>
            </a:r>
            <a:endParaRPr lang="en-US" sz="750" b="0" u="none" strike="noStrike">
              <a:solidFill>
                <a:srgbClr val="000000"/>
              </a:solidFill>
              <a:uFillTx/>
              <a:latin typeface="Noto Sans CJK SC"/>
            </a:endParaRPr>
          </a:p>
        </p:txBody>
      </p:sp>
      <p:sp>
        <p:nvSpPr>
          <p:cNvPr id="76" name="Text 48"/>
          <p:cNvSpPr/>
          <p:nvPr/>
        </p:nvSpPr>
        <p:spPr>
          <a:xfrm>
            <a:off x="7406640" y="3401640"/>
            <a:ext cx="1462320" cy="25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150" b="1" u="none" strike="noStrike">
                <a:solidFill>
                  <a:srgbClr val="1677C8"/>
                </a:solidFill>
                <a:uFillTx/>
                <a:latin typeface="Calibri"/>
                <a:ea typeface="Calibri"/>
              </a:rPr>
              <a:t>5488041</a:t>
            </a:r>
            <a:endParaRPr lang="en-US" sz="1150" b="0" u="none" strike="noStrike">
              <a:solidFill>
                <a:srgbClr val="000000"/>
              </a:solidFill>
              <a:uFillTx/>
              <a:latin typeface="Noto Sans CJK SC"/>
            </a:endParaRPr>
          </a:p>
        </p:txBody>
      </p:sp>
      <p:sp>
        <p:nvSpPr>
          <p:cNvPr id="77" name="Shape 49"/>
          <p:cNvSpPr/>
          <p:nvPr/>
        </p:nvSpPr>
        <p:spPr>
          <a:xfrm>
            <a:off x="365760" y="4636080"/>
            <a:ext cx="8411760" cy="145440"/>
          </a:xfrm>
          <a:prstGeom prst="rect">
            <a:avLst/>
          </a:prstGeom>
          <a:solidFill>
            <a:srgbClr val="EBF4FB"/>
          </a:solidFill>
          <a:ln w="12700">
            <a:solidFill>
              <a:srgbClr val="CBD8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78" name="Text 50"/>
          <p:cNvSpPr/>
          <p:nvPr/>
        </p:nvSpPr>
        <p:spPr>
          <a:xfrm>
            <a:off x="457200" y="4636080"/>
            <a:ext cx="8228880" cy="145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850" b="0" u="none" strike="noStrike">
                <a:solidFill>
                  <a:srgbClr val="6B7C93"/>
                </a:solidFill>
                <a:uFillTx/>
                <a:latin typeface="Calibri"/>
                <a:ea typeface="Calibri"/>
              </a:rPr>
              <a:t>Shared stack: Selenium WebDriver  ·  Python  ·  Page Object Model  ·  Behave BDD  ·  Allure Reporting</a:t>
            </a:r>
            <a:endParaRPr lang="en-US" sz="850" b="0" u="none" strike="noStrike">
              <a:solidFill>
                <a:srgbClr val="000000"/>
              </a:solidFill>
              <a:uFillTx/>
              <a:latin typeface="Noto Sans CJK SC"/>
            </a:endParaRPr>
          </a:p>
        </p:txBody>
      </p:sp>
      <p:sp>
        <p:nvSpPr>
          <p:cNvPr id="79" name="Shape 51"/>
          <p:cNvSpPr/>
          <p:nvPr/>
        </p:nvSpPr>
        <p:spPr>
          <a:xfrm>
            <a:off x="0" y="4818960"/>
            <a:ext cx="9143280" cy="12960"/>
          </a:xfrm>
          <a:prstGeom prst="rect">
            <a:avLst/>
          </a:prstGeom>
          <a:solidFill>
            <a:srgbClr val="CBD8E8"/>
          </a:solidFill>
          <a:ln w="12700">
            <a:solidFill>
              <a:srgbClr val="CBD8E8"/>
            </a:solidFill>
            <a:round/>
          </a:ln>
        </p:spPr>
        <p:style>
          <a:lnRef idx="0">
            <a:scrgbClr r="0" g="0" b="0"/>
          </a:lnRef>
          <a:fillRef idx="0">
            <a:scrgbClr r="0" g="0" b="0"/>
          </a:fillRef>
          <a:effectRef idx="0">
            <a:scrgbClr r="0" g="0" b="0"/>
          </a:effectRef>
          <a:fontRef idx="minor"/>
        </p:style>
        <p:txBody>
          <a:bodyPr lIns="90000" tIns="-31320" rIns="90000" bIns="-3132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80" name="Text 52"/>
          <p:cNvSpPr/>
          <p:nvPr/>
        </p:nvSpPr>
        <p:spPr>
          <a:xfrm>
            <a:off x="320040" y="4846320"/>
            <a:ext cx="640008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50" b="0" u="none" strike="noStrike">
                <a:solidFill>
                  <a:srgbClr val="6B7C93"/>
                </a:solidFill>
                <a:uFillTx/>
                <a:latin typeface="Calibri"/>
                <a:ea typeface="Calibri"/>
              </a:rPr>
              <a:t>Goibibo End-to-End Automation Testing Framework</a:t>
            </a:r>
            <a:endParaRPr lang="en-US" sz="750" b="0" u="none" strike="noStrike">
              <a:solidFill>
                <a:srgbClr val="000000"/>
              </a:solidFill>
              <a:uFillTx/>
              <a:latin typeface="Noto Sans CJK SC"/>
            </a:endParaRPr>
          </a:p>
        </p:txBody>
      </p:sp>
      <p:sp>
        <p:nvSpPr>
          <p:cNvPr id="81" name="Text 53"/>
          <p:cNvSpPr/>
          <p:nvPr/>
        </p:nvSpPr>
        <p:spPr>
          <a:xfrm>
            <a:off x="8503920" y="4827960"/>
            <a:ext cx="50220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900" b="1" u="none" strike="noStrike">
                <a:solidFill>
                  <a:srgbClr val="1677C8"/>
                </a:solidFill>
                <a:uFillTx/>
                <a:latin typeface="Calibri"/>
                <a:ea typeface="Calibri"/>
              </a:rPr>
              <a:t>02</a:t>
            </a:r>
            <a:endParaRPr lang="en-US" sz="900" b="0" u="none" strike="noStrike">
              <a:solidFill>
                <a:srgbClr val="000000"/>
              </a:solidFill>
              <a:uFillTx/>
              <a:latin typeface="Noto Sans CJK S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82" name="Shape 0"/>
          <p:cNvSpPr/>
          <p:nvPr/>
        </p:nvSpPr>
        <p:spPr>
          <a:xfrm>
            <a:off x="0" y="0"/>
            <a:ext cx="9143280" cy="54000"/>
          </a:xfrm>
          <a:prstGeom prst="rect">
            <a:avLst/>
          </a:prstGeom>
          <a:solidFill>
            <a:srgbClr val="1677C8"/>
          </a:solidFill>
          <a:ln w="12700">
            <a:solidFill>
              <a:srgbClr val="1677C8"/>
            </a:solidFill>
            <a:round/>
          </a:ln>
        </p:spPr>
        <p:style>
          <a:lnRef idx="0">
            <a:scrgbClr r="0" g="0" b="0"/>
          </a:lnRef>
          <a:fillRef idx="0">
            <a:scrgbClr r="0" g="0" b="0"/>
          </a:fillRef>
          <a:effectRef idx="0">
            <a:scrgbClr r="0" g="0" b="0"/>
          </a:effectRef>
          <a:fontRef idx="minor"/>
        </p:style>
        <p:txBody>
          <a:bodyPr lIns="90000" tIns="9720" rIns="90000" bIns="972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83" name="Shape 1"/>
          <p:cNvSpPr/>
          <p:nvPr/>
        </p:nvSpPr>
        <p:spPr>
          <a:xfrm>
            <a:off x="0" y="54720"/>
            <a:ext cx="200520" cy="4745160"/>
          </a:xfrm>
          <a:prstGeom prst="rect">
            <a:avLst/>
          </a:prstGeom>
          <a:solidFill>
            <a:srgbClr val="1677C8"/>
          </a:solidFill>
          <a:ln w="12700">
            <a:solidFill>
              <a:srgbClr val="1677C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84" name="Text 2"/>
          <p:cNvSpPr/>
          <p:nvPr/>
        </p:nvSpPr>
        <p:spPr>
          <a:xfrm>
            <a:off x="347400" y="128160"/>
            <a:ext cx="274248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1" u="none" strike="noStrike" spc="201">
                <a:solidFill>
                  <a:srgbClr val="1677C8"/>
                </a:solidFill>
                <a:uFillTx/>
                <a:latin typeface="Calibri"/>
                <a:ea typeface="Calibri"/>
              </a:rPr>
              <a:t>MODULE 01</a:t>
            </a:r>
            <a:endParaRPr lang="en-US" sz="800" b="0" u="none" strike="noStrike">
              <a:solidFill>
                <a:srgbClr val="000000"/>
              </a:solidFill>
              <a:uFillTx/>
              <a:latin typeface="Noto Sans CJK SC"/>
            </a:endParaRPr>
          </a:p>
        </p:txBody>
      </p:sp>
      <p:sp>
        <p:nvSpPr>
          <p:cNvPr id="85" name="Text 3"/>
          <p:cNvSpPr/>
          <p:nvPr/>
        </p:nvSpPr>
        <p:spPr>
          <a:xfrm>
            <a:off x="347400" y="329040"/>
            <a:ext cx="8411760" cy="474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000" b="1" u="none" strike="noStrike">
                <a:solidFill>
                  <a:srgbClr val="14375F"/>
                </a:solidFill>
                <a:uFillTx/>
                <a:latin typeface="Calibri"/>
                <a:ea typeface="Calibri"/>
              </a:rPr>
              <a:t>Goibibo Hotels Automation</a:t>
            </a:r>
            <a:endParaRPr lang="en-US" sz="2000" b="0" u="none" strike="noStrike">
              <a:solidFill>
                <a:srgbClr val="000000"/>
              </a:solidFill>
              <a:uFillTx/>
              <a:latin typeface="Noto Sans CJK SC"/>
            </a:endParaRPr>
          </a:p>
        </p:txBody>
      </p:sp>
      <p:sp>
        <p:nvSpPr>
          <p:cNvPr id="86" name="Text 4"/>
          <p:cNvSpPr/>
          <p:nvPr/>
        </p:nvSpPr>
        <p:spPr>
          <a:xfrm>
            <a:off x="347400" y="822960"/>
            <a:ext cx="841176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50" b="0" u="none" strike="noStrike">
                <a:solidFill>
                  <a:srgbClr val="6B7C93"/>
                </a:solidFill>
                <a:uFillTx/>
                <a:latin typeface="Calibri"/>
                <a:ea typeface="Calibri"/>
              </a:rPr>
              <a:t>Akash Baran Ghorai  ·  Superset ID: 4959403</a:t>
            </a:r>
            <a:endParaRPr lang="en-US" sz="950" b="0" u="none" strike="noStrike">
              <a:solidFill>
                <a:srgbClr val="000000"/>
              </a:solidFill>
              <a:uFillTx/>
              <a:latin typeface="Noto Sans CJK SC"/>
            </a:endParaRPr>
          </a:p>
        </p:txBody>
      </p:sp>
      <p:sp>
        <p:nvSpPr>
          <p:cNvPr id="87" name="Shape 5"/>
          <p:cNvSpPr/>
          <p:nvPr/>
        </p:nvSpPr>
        <p:spPr>
          <a:xfrm>
            <a:off x="347400" y="1078920"/>
            <a:ext cx="3016800" cy="153540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88" name="Shape 6"/>
          <p:cNvSpPr/>
          <p:nvPr/>
        </p:nvSpPr>
        <p:spPr>
          <a:xfrm>
            <a:off x="347400" y="1078920"/>
            <a:ext cx="45000" cy="1535400"/>
          </a:xfrm>
          <a:prstGeom prst="rect">
            <a:avLst/>
          </a:prstGeom>
          <a:solidFill>
            <a:srgbClr val="1677C8"/>
          </a:solidFill>
          <a:ln w="12700">
            <a:solidFill>
              <a:srgbClr val="1677C8"/>
            </a:solidFill>
            <a:round/>
          </a:ln>
        </p:spPr>
        <p:style>
          <a:lnRef idx="0">
            <a:scrgbClr r="0" g="0" b="0"/>
          </a:lnRef>
          <a:fillRef idx="0">
            <a:scrgbClr r="0" g="0" b="0"/>
          </a:fillRef>
          <a:effectRef idx="0">
            <a:scrgbClr r="0" g="0" b="0"/>
          </a:effectRef>
          <a:fontRef idx="minor"/>
        </p:style>
        <p:txBody>
          <a:bodyPr lIns="22320" tIns="45000" rIns="2232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89" name="Text 7"/>
          <p:cNvSpPr/>
          <p:nvPr/>
        </p:nvSpPr>
        <p:spPr>
          <a:xfrm>
            <a:off x="484560" y="1115640"/>
            <a:ext cx="274248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50" b="1" u="none" strike="noStrike" spc="150">
                <a:solidFill>
                  <a:srgbClr val="1677C8"/>
                </a:solidFill>
                <a:uFillTx/>
                <a:latin typeface="Calibri"/>
                <a:ea typeface="Calibri"/>
              </a:rPr>
              <a:t>PROJECT PROFILE</a:t>
            </a:r>
            <a:endParaRPr lang="en-US" sz="750" b="0" u="none" strike="noStrike">
              <a:solidFill>
                <a:srgbClr val="000000"/>
              </a:solidFill>
              <a:uFillTx/>
              <a:latin typeface="Noto Sans CJK SC"/>
            </a:endParaRPr>
          </a:p>
        </p:txBody>
      </p:sp>
      <p:sp>
        <p:nvSpPr>
          <p:cNvPr id="90" name="Text 8"/>
          <p:cNvSpPr/>
          <p:nvPr/>
        </p:nvSpPr>
        <p:spPr>
          <a:xfrm>
            <a:off x="484560" y="1334880"/>
            <a:ext cx="274248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dirty="0">
                <a:solidFill>
                  <a:srgbClr val="14375F"/>
                </a:solidFill>
                <a:uFillTx/>
                <a:latin typeface="Calibri"/>
                <a:ea typeface="Calibri"/>
              </a:rPr>
              <a:t>Domain: Travel &amp; </a:t>
            </a:r>
            <a:r>
              <a:rPr lang="en-US" sz="900" dirty="0">
                <a:solidFill>
                  <a:srgbClr val="14375F"/>
                </a:solidFill>
                <a:latin typeface="Calibri"/>
                <a:ea typeface="Calibri"/>
              </a:rPr>
              <a:t>Booking</a:t>
            </a:r>
            <a:endParaRPr lang="en-US" sz="900" b="0" u="none" strike="noStrike" dirty="0">
              <a:solidFill>
                <a:srgbClr val="000000"/>
              </a:solidFill>
              <a:uFillTx/>
              <a:latin typeface="Noto Sans CJK SC"/>
            </a:endParaRPr>
          </a:p>
        </p:txBody>
      </p:sp>
      <p:sp>
        <p:nvSpPr>
          <p:cNvPr id="91" name="Text 9"/>
          <p:cNvSpPr/>
          <p:nvPr/>
        </p:nvSpPr>
        <p:spPr>
          <a:xfrm>
            <a:off x="484560" y="1554480"/>
            <a:ext cx="274248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a:solidFill>
                  <a:srgbClr val="14375F"/>
                </a:solidFill>
                <a:uFillTx/>
                <a:latin typeface="Calibri"/>
                <a:ea typeface="Calibri"/>
              </a:rPr>
              <a:t>Member: Akash Baran Ghorai</a:t>
            </a:r>
            <a:endParaRPr lang="en-US" sz="900" b="0" u="none" strike="noStrike">
              <a:solidFill>
                <a:srgbClr val="000000"/>
              </a:solidFill>
              <a:uFillTx/>
              <a:latin typeface="Noto Sans CJK SC"/>
            </a:endParaRPr>
          </a:p>
        </p:txBody>
      </p:sp>
      <p:sp>
        <p:nvSpPr>
          <p:cNvPr id="92" name="Text 10"/>
          <p:cNvSpPr/>
          <p:nvPr/>
        </p:nvSpPr>
        <p:spPr>
          <a:xfrm>
            <a:off x="484560" y="1774080"/>
            <a:ext cx="274248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a:solidFill>
                  <a:srgbClr val="14375F"/>
                </a:solidFill>
                <a:uFillTx/>
                <a:latin typeface="Calibri"/>
                <a:ea typeface="Calibri"/>
              </a:rPr>
              <a:t>Superset ID: 4959403</a:t>
            </a:r>
            <a:endParaRPr lang="en-US" sz="900" b="0" u="none" strike="noStrike">
              <a:solidFill>
                <a:srgbClr val="000000"/>
              </a:solidFill>
              <a:uFillTx/>
              <a:latin typeface="Noto Sans CJK SC"/>
            </a:endParaRPr>
          </a:p>
        </p:txBody>
      </p:sp>
      <p:sp>
        <p:nvSpPr>
          <p:cNvPr id="93" name="Text 11"/>
          <p:cNvSpPr/>
          <p:nvPr/>
        </p:nvSpPr>
        <p:spPr>
          <a:xfrm>
            <a:off x="484560" y="1993320"/>
            <a:ext cx="274248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a:solidFill>
                  <a:srgbClr val="14375F"/>
                </a:solidFill>
                <a:uFillTx/>
                <a:latin typeface="Calibri"/>
                <a:ea typeface="Calibri"/>
              </a:rPr>
              <a:t>Framework: Python + Selenium</a:t>
            </a:r>
            <a:endParaRPr lang="en-US" sz="900" b="0" u="none" strike="noStrike">
              <a:solidFill>
                <a:srgbClr val="000000"/>
              </a:solidFill>
              <a:uFillTx/>
              <a:latin typeface="Noto Sans CJK SC"/>
            </a:endParaRPr>
          </a:p>
        </p:txBody>
      </p:sp>
      <p:sp>
        <p:nvSpPr>
          <p:cNvPr id="94" name="Text 12"/>
          <p:cNvSpPr/>
          <p:nvPr/>
        </p:nvSpPr>
        <p:spPr>
          <a:xfrm>
            <a:off x="484560" y="2212920"/>
            <a:ext cx="274248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a:solidFill>
                  <a:srgbClr val="14375F"/>
                </a:solidFill>
                <a:uFillTx/>
                <a:latin typeface="Calibri"/>
                <a:ea typeface="Calibri"/>
              </a:rPr>
              <a:t>Browser: Chrome | OS: Windows 11</a:t>
            </a:r>
            <a:endParaRPr lang="en-US" sz="900" b="0" u="none" strike="noStrike">
              <a:solidFill>
                <a:srgbClr val="000000"/>
              </a:solidFill>
              <a:uFillTx/>
              <a:latin typeface="Noto Sans CJK SC"/>
            </a:endParaRPr>
          </a:p>
        </p:txBody>
      </p:sp>
      <p:sp>
        <p:nvSpPr>
          <p:cNvPr id="95" name="Shape 13"/>
          <p:cNvSpPr/>
          <p:nvPr/>
        </p:nvSpPr>
        <p:spPr>
          <a:xfrm>
            <a:off x="347400" y="2706480"/>
            <a:ext cx="3016800" cy="89532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96" name="Shape 14"/>
          <p:cNvSpPr/>
          <p:nvPr/>
        </p:nvSpPr>
        <p:spPr>
          <a:xfrm>
            <a:off x="347400" y="2706480"/>
            <a:ext cx="45000" cy="895320"/>
          </a:xfrm>
          <a:prstGeom prst="rect">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22320" tIns="45000" rIns="2232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97" name="Text 15"/>
          <p:cNvSpPr/>
          <p:nvPr/>
        </p:nvSpPr>
        <p:spPr>
          <a:xfrm>
            <a:off x="484560" y="2734200"/>
            <a:ext cx="274248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50" b="1" u="none" strike="noStrike" spc="150">
                <a:solidFill>
                  <a:srgbClr val="27AE60"/>
                </a:solidFill>
                <a:uFillTx/>
                <a:latin typeface="Calibri"/>
                <a:ea typeface="Calibri"/>
              </a:rPr>
              <a:t>EXECUTION RESULTS</a:t>
            </a:r>
            <a:endParaRPr lang="en-US" sz="750" b="0" u="none" strike="noStrike">
              <a:solidFill>
                <a:srgbClr val="000000"/>
              </a:solidFill>
              <a:uFillTx/>
              <a:latin typeface="Noto Sans CJK SC"/>
            </a:endParaRPr>
          </a:p>
        </p:txBody>
      </p:sp>
      <p:sp>
        <p:nvSpPr>
          <p:cNvPr id="98" name="Text 16"/>
          <p:cNvSpPr/>
          <p:nvPr/>
        </p:nvSpPr>
        <p:spPr>
          <a:xfrm>
            <a:off x="438840" y="2962800"/>
            <a:ext cx="657720" cy="310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800" b="1" u="none" strike="noStrike">
                <a:solidFill>
                  <a:srgbClr val="1677C8"/>
                </a:solidFill>
                <a:uFillTx/>
                <a:latin typeface="Calibri"/>
                <a:ea typeface="Calibri"/>
              </a:rPr>
              <a:t>6</a:t>
            </a:r>
            <a:endParaRPr lang="en-US" sz="1800" b="0" u="none" strike="noStrike">
              <a:solidFill>
                <a:srgbClr val="000000"/>
              </a:solidFill>
              <a:uFillTx/>
              <a:latin typeface="Noto Sans CJK SC"/>
            </a:endParaRPr>
          </a:p>
        </p:txBody>
      </p:sp>
      <p:sp>
        <p:nvSpPr>
          <p:cNvPr id="99" name="Text 17"/>
          <p:cNvSpPr/>
          <p:nvPr/>
        </p:nvSpPr>
        <p:spPr>
          <a:xfrm>
            <a:off x="438840" y="3273480"/>
            <a:ext cx="65772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700" b="0" u="none" strike="noStrike">
                <a:solidFill>
                  <a:srgbClr val="6B7C93"/>
                </a:solidFill>
                <a:uFillTx/>
                <a:latin typeface="Calibri"/>
                <a:ea typeface="Calibri"/>
              </a:rPr>
              <a:t>TOTAL</a:t>
            </a:r>
            <a:endParaRPr lang="en-US" sz="700" b="0" u="none" strike="noStrike">
              <a:solidFill>
                <a:srgbClr val="000000"/>
              </a:solidFill>
              <a:uFillTx/>
              <a:latin typeface="Noto Sans CJK SC"/>
            </a:endParaRPr>
          </a:p>
        </p:txBody>
      </p:sp>
      <p:sp>
        <p:nvSpPr>
          <p:cNvPr id="100" name="Text 18"/>
          <p:cNvSpPr/>
          <p:nvPr/>
        </p:nvSpPr>
        <p:spPr>
          <a:xfrm>
            <a:off x="1170360" y="2962800"/>
            <a:ext cx="657720" cy="310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800" b="1" u="none" strike="noStrike">
                <a:solidFill>
                  <a:srgbClr val="27AE60"/>
                </a:solidFill>
                <a:uFillTx/>
                <a:latin typeface="Calibri"/>
                <a:ea typeface="Calibri"/>
              </a:rPr>
              <a:t>6</a:t>
            </a:r>
            <a:endParaRPr lang="en-US" sz="1800" b="0" u="none" strike="noStrike">
              <a:solidFill>
                <a:srgbClr val="000000"/>
              </a:solidFill>
              <a:uFillTx/>
              <a:latin typeface="Noto Sans CJK SC"/>
            </a:endParaRPr>
          </a:p>
        </p:txBody>
      </p:sp>
      <p:sp>
        <p:nvSpPr>
          <p:cNvPr id="101" name="Text 19"/>
          <p:cNvSpPr/>
          <p:nvPr/>
        </p:nvSpPr>
        <p:spPr>
          <a:xfrm>
            <a:off x="1170360" y="3273480"/>
            <a:ext cx="65772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700" b="0" u="none" strike="noStrike">
                <a:solidFill>
                  <a:srgbClr val="6B7C93"/>
                </a:solidFill>
                <a:uFillTx/>
                <a:latin typeface="Calibri"/>
                <a:ea typeface="Calibri"/>
              </a:rPr>
              <a:t>PASSED</a:t>
            </a:r>
            <a:endParaRPr lang="en-US" sz="700" b="0" u="none" strike="noStrike">
              <a:solidFill>
                <a:srgbClr val="000000"/>
              </a:solidFill>
              <a:uFillTx/>
              <a:latin typeface="Noto Sans CJK SC"/>
            </a:endParaRPr>
          </a:p>
        </p:txBody>
      </p:sp>
      <p:sp>
        <p:nvSpPr>
          <p:cNvPr id="102" name="Text 20"/>
          <p:cNvSpPr/>
          <p:nvPr/>
        </p:nvSpPr>
        <p:spPr>
          <a:xfrm>
            <a:off x="1901880" y="2962800"/>
            <a:ext cx="657720" cy="310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800" b="1" u="none" strike="noStrike">
                <a:solidFill>
                  <a:srgbClr val="F05A28"/>
                </a:solidFill>
                <a:uFillTx/>
                <a:latin typeface="Calibri"/>
                <a:ea typeface="Calibri"/>
              </a:rPr>
              <a:t>0</a:t>
            </a:r>
            <a:endParaRPr lang="en-US" sz="1800" b="0" u="none" strike="noStrike">
              <a:solidFill>
                <a:srgbClr val="000000"/>
              </a:solidFill>
              <a:uFillTx/>
              <a:latin typeface="Noto Sans CJK SC"/>
            </a:endParaRPr>
          </a:p>
        </p:txBody>
      </p:sp>
      <p:sp>
        <p:nvSpPr>
          <p:cNvPr id="103" name="Text 21"/>
          <p:cNvSpPr/>
          <p:nvPr/>
        </p:nvSpPr>
        <p:spPr>
          <a:xfrm>
            <a:off x="1901880" y="3273480"/>
            <a:ext cx="65772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700" b="0" u="none" strike="noStrike">
                <a:solidFill>
                  <a:srgbClr val="6B7C93"/>
                </a:solidFill>
                <a:uFillTx/>
                <a:latin typeface="Calibri"/>
                <a:ea typeface="Calibri"/>
              </a:rPr>
              <a:t>FAILED</a:t>
            </a:r>
            <a:endParaRPr lang="en-US" sz="700" b="0" u="none" strike="noStrike">
              <a:solidFill>
                <a:srgbClr val="000000"/>
              </a:solidFill>
              <a:uFillTx/>
              <a:latin typeface="Noto Sans CJK SC"/>
            </a:endParaRPr>
          </a:p>
        </p:txBody>
      </p:sp>
      <p:sp>
        <p:nvSpPr>
          <p:cNvPr id="104" name="Text 22"/>
          <p:cNvSpPr/>
          <p:nvPr/>
        </p:nvSpPr>
        <p:spPr>
          <a:xfrm>
            <a:off x="2633400" y="2962800"/>
            <a:ext cx="657720" cy="310320"/>
          </a:xfrm>
          <a:prstGeom prst="rect">
            <a:avLst/>
          </a:prstGeom>
          <a:noFill/>
          <a:ln w="0">
            <a:noFill/>
          </a:ln>
        </p:spPr>
        <p:style>
          <a:lnRef idx="0">
            <a:scrgbClr r="0" g="0" b="0"/>
          </a:lnRef>
          <a:fillRef idx="0">
            <a:scrgbClr r="0" g="0" b="0"/>
          </a:fillRef>
          <a:effectRef idx="0">
            <a:scrgbClr r="0" g="0" b="0"/>
          </a:effectRef>
          <a:fontRef idx="minor"/>
        </p:style>
        <p:txBody>
          <a:bodyPr lIns="36360" tIns="45000" rIns="36360" bIns="45000" anchor="ctr">
            <a:noAutofit/>
          </a:bodyPr>
          <a:lstStyle/>
          <a:p>
            <a:pPr algn="ctr" defTabSz="914400">
              <a:lnSpc>
                <a:spcPct val="100000"/>
              </a:lnSpc>
              <a:tabLst>
                <a:tab pos="0" algn="l"/>
              </a:tabLst>
            </a:pPr>
            <a:r>
              <a:rPr lang="en-US" sz="1800" b="1" u="none" strike="noStrike">
                <a:solidFill>
                  <a:srgbClr val="14375F"/>
                </a:solidFill>
                <a:uFillTx/>
                <a:latin typeface="Calibri"/>
                <a:ea typeface="Calibri"/>
              </a:rPr>
              <a:t>100%</a:t>
            </a:r>
            <a:endParaRPr lang="en-US" sz="1800" b="0" u="none" strike="noStrike">
              <a:solidFill>
                <a:srgbClr val="000000"/>
              </a:solidFill>
              <a:uFillTx/>
              <a:latin typeface="Noto Sans CJK SC"/>
            </a:endParaRPr>
          </a:p>
        </p:txBody>
      </p:sp>
      <p:sp>
        <p:nvSpPr>
          <p:cNvPr id="105" name="Text 23"/>
          <p:cNvSpPr/>
          <p:nvPr/>
        </p:nvSpPr>
        <p:spPr>
          <a:xfrm>
            <a:off x="2633400" y="3273480"/>
            <a:ext cx="65772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700" b="0" u="none" strike="noStrike">
                <a:solidFill>
                  <a:srgbClr val="6B7C93"/>
                </a:solidFill>
                <a:uFillTx/>
                <a:latin typeface="Calibri"/>
                <a:ea typeface="Calibri"/>
              </a:rPr>
              <a:t>RATE</a:t>
            </a:r>
            <a:endParaRPr lang="en-US" sz="700" b="0" u="none" strike="noStrike">
              <a:solidFill>
                <a:srgbClr val="000000"/>
              </a:solidFill>
              <a:uFillTx/>
              <a:latin typeface="Noto Sans CJK SC"/>
            </a:endParaRPr>
          </a:p>
        </p:txBody>
      </p:sp>
      <p:sp>
        <p:nvSpPr>
          <p:cNvPr id="106" name="Text 24"/>
          <p:cNvSpPr/>
          <p:nvPr/>
        </p:nvSpPr>
        <p:spPr>
          <a:xfrm>
            <a:off x="347400" y="3703320"/>
            <a:ext cx="301680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50" b="1" u="none" strike="noStrike" spc="150">
                <a:solidFill>
                  <a:srgbClr val="6B7C93"/>
                </a:solidFill>
                <a:uFillTx/>
                <a:latin typeface="Calibri"/>
                <a:ea typeface="Calibri"/>
              </a:rPr>
              <a:t>MODULE FLOW</a:t>
            </a:r>
            <a:endParaRPr lang="en-US" sz="750" b="0" u="none" strike="noStrike">
              <a:solidFill>
                <a:srgbClr val="000000"/>
              </a:solidFill>
              <a:uFillTx/>
              <a:latin typeface="Noto Sans CJK SC"/>
            </a:endParaRPr>
          </a:p>
        </p:txBody>
      </p:sp>
      <p:sp>
        <p:nvSpPr>
          <p:cNvPr id="107" name="Shape 25"/>
          <p:cNvSpPr/>
          <p:nvPr/>
        </p:nvSpPr>
        <p:spPr>
          <a:xfrm>
            <a:off x="347400" y="3913560"/>
            <a:ext cx="345600" cy="328320"/>
          </a:xfrm>
          <a:prstGeom prst="rect">
            <a:avLst/>
          </a:prstGeom>
          <a:solidFill>
            <a:srgbClr val="1677C8"/>
          </a:solidFill>
          <a:ln w="12700">
            <a:solidFill>
              <a:srgbClr val="1677C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108" name="Text 26"/>
          <p:cNvSpPr/>
          <p:nvPr/>
        </p:nvSpPr>
        <p:spPr>
          <a:xfrm>
            <a:off x="347400" y="3913560"/>
            <a:ext cx="34560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u="none" strike="noStrike">
                <a:solidFill>
                  <a:srgbClr val="FFFFFF"/>
                </a:solidFill>
                <a:uFillTx/>
                <a:latin typeface="Calibri"/>
                <a:ea typeface="Calibri"/>
              </a:rPr>
              <a:t>Open</a:t>
            </a:r>
            <a:endParaRPr lang="en-US" sz="700" b="0" u="none" strike="noStrike">
              <a:solidFill>
                <a:srgbClr val="000000"/>
              </a:solidFill>
              <a:uFillTx/>
              <a:latin typeface="Noto Sans CJK SC"/>
            </a:endParaRPr>
          </a:p>
        </p:txBody>
      </p:sp>
      <p:sp>
        <p:nvSpPr>
          <p:cNvPr id="109" name="Shape 27"/>
          <p:cNvSpPr/>
          <p:nvPr/>
        </p:nvSpPr>
        <p:spPr>
          <a:xfrm>
            <a:off x="739440" y="3913560"/>
            <a:ext cx="345600" cy="328320"/>
          </a:xfrm>
          <a:prstGeom prst="rect">
            <a:avLst/>
          </a:prstGeom>
          <a:solidFill>
            <a:srgbClr val="E8F4FD"/>
          </a:solidFill>
          <a:ln w="12700">
            <a:solidFill>
              <a:srgbClr val="1677C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110" name="Text 28"/>
          <p:cNvSpPr/>
          <p:nvPr/>
        </p:nvSpPr>
        <p:spPr>
          <a:xfrm>
            <a:off x="739440" y="3913560"/>
            <a:ext cx="34560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u="none" strike="noStrike">
                <a:solidFill>
                  <a:srgbClr val="1677C8"/>
                </a:solidFill>
                <a:uFillTx/>
                <a:latin typeface="Calibri"/>
                <a:ea typeface="Calibri"/>
              </a:rPr>
              <a:t>Hotels</a:t>
            </a:r>
            <a:endParaRPr lang="en-US" sz="700" b="0" u="none" strike="noStrike">
              <a:solidFill>
                <a:srgbClr val="000000"/>
              </a:solidFill>
              <a:uFillTx/>
              <a:latin typeface="Noto Sans CJK SC"/>
            </a:endParaRPr>
          </a:p>
        </p:txBody>
      </p:sp>
      <p:sp>
        <p:nvSpPr>
          <p:cNvPr id="111" name="Shape 29"/>
          <p:cNvSpPr/>
          <p:nvPr/>
        </p:nvSpPr>
        <p:spPr>
          <a:xfrm>
            <a:off x="1131120" y="3913560"/>
            <a:ext cx="345600" cy="328320"/>
          </a:xfrm>
          <a:prstGeom prst="rect">
            <a:avLst/>
          </a:prstGeom>
          <a:solidFill>
            <a:srgbClr val="1677C8"/>
          </a:solidFill>
          <a:ln w="12700">
            <a:solidFill>
              <a:srgbClr val="1677C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112" name="Text 30"/>
          <p:cNvSpPr/>
          <p:nvPr/>
        </p:nvSpPr>
        <p:spPr>
          <a:xfrm>
            <a:off x="1131120" y="3913560"/>
            <a:ext cx="34560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u="none" strike="noStrike">
                <a:solidFill>
                  <a:srgbClr val="FFFFFF"/>
                </a:solidFill>
                <a:uFillTx/>
                <a:latin typeface="Calibri"/>
                <a:ea typeface="Calibri"/>
              </a:rPr>
              <a:t>Destination</a:t>
            </a:r>
            <a:endParaRPr lang="en-US" sz="700" b="0" u="none" strike="noStrike">
              <a:solidFill>
                <a:srgbClr val="000000"/>
              </a:solidFill>
              <a:uFillTx/>
              <a:latin typeface="Noto Sans CJK SC"/>
            </a:endParaRPr>
          </a:p>
        </p:txBody>
      </p:sp>
      <p:sp>
        <p:nvSpPr>
          <p:cNvPr id="113" name="Shape 31"/>
          <p:cNvSpPr/>
          <p:nvPr/>
        </p:nvSpPr>
        <p:spPr>
          <a:xfrm>
            <a:off x="1523160" y="3913560"/>
            <a:ext cx="345600" cy="328320"/>
          </a:xfrm>
          <a:prstGeom prst="rect">
            <a:avLst/>
          </a:prstGeom>
          <a:solidFill>
            <a:srgbClr val="E8F4FD"/>
          </a:solidFill>
          <a:ln w="12700">
            <a:solidFill>
              <a:srgbClr val="1677C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114" name="Text 32"/>
          <p:cNvSpPr/>
          <p:nvPr/>
        </p:nvSpPr>
        <p:spPr>
          <a:xfrm>
            <a:off x="1523160" y="3913560"/>
            <a:ext cx="34560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IN" sz="700" b="1" u="none" strike="noStrike">
                <a:solidFill>
                  <a:srgbClr val="1677C8"/>
                </a:solidFill>
                <a:uFillTx/>
                <a:latin typeface="Calibri"/>
                <a:ea typeface="Calibri"/>
              </a:rPr>
              <a:t>Search and sort</a:t>
            </a:r>
            <a:endParaRPr lang="en-US" sz="700" b="0" u="none" strike="noStrike">
              <a:solidFill>
                <a:srgbClr val="000000"/>
              </a:solidFill>
              <a:uFillTx/>
              <a:latin typeface="Noto Sans CJK SC"/>
            </a:endParaRPr>
          </a:p>
        </p:txBody>
      </p:sp>
      <p:sp>
        <p:nvSpPr>
          <p:cNvPr id="115" name="Shape 33"/>
          <p:cNvSpPr/>
          <p:nvPr/>
        </p:nvSpPr>
        <p:spPr>
          <a:xfrm>
            <a:off x="1914840" y="3913560"/>
            <a:ext cx="345600" cy="328320"/>
          </a:xfrm>
          <a:prstGeom prst="rect">
            <a:avLst/>
          </a:prstGeom>
          <a:solidFill>
            <a:srgbClr val="1677C8"/>
          </a:solidFill>
          <a:ln w="12700">
            <a:solidFill>
              <a:srgbClr val="1677C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116" name="Text 34"/>
          <p:cNvSpPr/>
          <p:nvPr/>
        </p:nvSpPr>
        <p:spPr>
          <a:xfrm>
            <a:off x="1914840" y="3913560"/>
            <a:ext cx="34560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IN" sz="700" b="1" u="none" strike="noStrike">
                <a:solidFill>
                  <a:srgbClr val="FFFFFF"/>
                </a:solidFill>
                <a:uFillTx/>
                <a:latin typeface="Calibri"/>
                <a:ea typeface="Calibri"/>
              </a:rPr>
              <a:t>Room Select</a:t>
            </a:r>
            <a:endParaRPr lang="en-US" sz="700" b="0" u="none" strike="noStrike">
              <a:solidFill>
                <a:srgbClr val="000000"/>
              </a:solidFill>
              <a:uFillTx/>
              <a:latin typeface="Noto Sans CJK SC"/>
            </a:endParaRPr>
          </a:p>
        </p:txBody>
      </p:sp>
      <p:sp>
        <p:nvSpPr>
          <p:cNvPr id="117" name="Shape 35"/>
          <p:cNvSpPr/>
          <p:nvPr/>
        </p:nvSpPr>
        <p:spPr>
          <a:xfrm>
            <a:off x="2306880" y="3913560"/>
            <a:ext cx="345600" cy="328320"/>
          </a:xfrm>
          <a:prstGeom prst="rect">
            <a:avLst/>
          </a:prstGeom>
          <a:solidFill>
            <a:srgbClr val="E8F4FD"/>
          </a:solidFill>
          <a:ln w="12700">
            <a:solidFill>
              <a:srgbClr val="1677C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118" name="Text 36"/>
          <p:cNvSpPr/>
          <p:nvPr/>
        </p:nvSpPr>
        <p:spPr>
          <a:xfrm>
            <a:off x="2306880" y="3913560"/>
            <a:ext cx="34560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IN" sz="700" b="1" u="none" strike="noStrike">
                <a:solidFill>
                  <a:srgbClr val="1677C8"/>
                </a:solidFill>
                <a:uFillTx/>
                <a:latin typeface="Calibri"/>
                <a:ea typeface="Calibri"/>
              </a:rPr>
              <a:t>Guest Details</a:t>
            </a:r>
            <a:endParaRPr lang="en-US" sz="700" b="0" u="none" strike="noStrike">
              <a:solidFill>
                <a:srgbClr val="000000"/>
              </a:solidFill>
              <a:uFillTx/>
              <a:latin typeface="Noto Sans CJK SC"/>
            </a:endParaRPr>
          </a:p>
        </p:txBody>
      </p:sp>
      <p:sp>
        <p:nvSpPr>
          <p:cNvPr id="119" name="Shape 37"/>
          <p:cNvSpPr/>
          <p:nvPr/>
        </p:nvSpPr>
        <p:spPr>
          <a:xfrm>
            <a:off x="2698920" y="3913560"/>
            <a:ext cx="345600" cy="328320"/>
          </a:xfrm>
          <a:prstGeom prst="rect">
            <a:avLst/>
          </a:prstGeom>
          <a:solidFill>
            <a:srgbClr val="1677C8"/>
          </a:solidFill>
          <a:ln w="12700">
            <a:solidFill>
              <a:srgbClr val="1677C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120" name="Text 38"/>
          <p:cNvSpPr/>
          <p:nvPr/>
        </p:nvSpPr>
        <p:spPr>
          <a:xfrm>
            <a:off x="2698920" y="3913560"/>
            <a:ext cx="34560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u="none" strike="noStrike">
                <a:solidFill>
                  <a:srgbClr val="FFFFFF"/>
                </a:solidFill>
                <a:uFillTx/>
                <a:latin typeface="Calibri"/>
                <a:ea typeface="Calibri"/>
              </a:rPr>
              <a:t>Payment</a:t>
            </a:r>
            <a:endParaRPr lang="en-US" sz="700" b="0" u="none" strike="noStrike">
              <a:solidFill>
                <a:srgbClr val="000000"/>
              </a:solidFill>
              <a:uFillTx/>
              <a:latin typeface="Noto Sans CJK SC"/>
            </a:endParaRPr>
          </a:p>
        </p:txBody>
      </p:sp>
      <p:sp>
        <p:nvSpPr>
          <p:cNvPr id="121" name="Shape 39"/>
          <p:cNvSpPr/>
          <p:nvPr/>
        </p:nvSpPr>
        <p:spPr>
          <a:xfrm>
            <a:off x="3520440" y="1078920"/>
            <a:ext cx="2788200" cy="255240"/>
          </a:xfrm>
          <a:prstGeom prst="rect">
            <a:avLst/>
          </a:prstGeom>
          <a:solidFill>
            <a:srgbClr val="1677C8"/>
          </a:solidFill>
          <a:ln w="12700">
            <a:solidFill>
              <a:srgbClr val="1677C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122" name="Text 40"/>
          <p:cNvSpPr/>
          <p:nvPr/>
        </p:nvSpPr>
        <p:spPr>
          <a:xfrm>
            <a:off x="3611880" y="1078920"/>
            <a:ext cx="260532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a:solidFill>
                  <a:srgbClr val="FFFFFF"/>
                </a:solidFill>
                <a:uFillTx/>
                <a:latin typeface="Calibri"/>
                <a:ea typeface="Calibri"/>
              </a:rPr>
              <a:t>SELENIUM AUTOMATION</a:t>
            </a:r>
            <a:endParaRPr lang="en-US" sz="900" b="0" u="none" strike="noStrike">
              <a:solidFill>
                <a:srgbClr val="000000"/>
              </a:solidFill>
              <a:uFillTx/>
              <a:latin typeface="Noto Sans CJK SC"/>
            </a:endParaRPr>
          </a:p>
        </p:txBody>
      </p:sp>
      <p:sp>
        <p:nvSpPr>
          <p:cNvPr id="123" name="Shape 41"/>
          <p:cNvSpPr/>
          <p:nvPr/>
        </p:nvSpPr>
        <p:spPr>
          <a:xfrm>
            <a:off x="3520440" y="1334880"/>
            <a:ext cx="2788200" cy="82224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124" name="Text 42"/>
          <p:cNvSpPr/>
          <p:nvPr/>
        </p:nvSpPr>
        <p:spPr>
          <a:xfrm>
            <a:off x="3611880" y="1371600"/>
            <a:ext cx="2605320" cy="767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850" b="0" u="none" strike="noStrike">
                <a:solidFill>
                  <a:srgbClr val="14375F"/>
                </a:solidFill>
                <a:uFillTx/>
                <a:latin typeface="Calibri"/>
                <a:ea typeface="Calibri"/>
              </a:rPr>
              <a:t>Automates the complete hotel booking workflow on Goibibo using Selenium WebDriver with Python. Validates search, selection, booking navigation, form validations, and payment page navigation using reusable POM architecture.</a:t>
            </a:r>
            <a:endParaRPr lang="en-US" sz="850" b="0" u="none" strike="noStrike">
              <a:solidFill>
                <a:srgbClr val="000000"/>
              </a:solidFill>
              <a:uFillTx/>
              <a:latin typeface="Noto Sans CJK SC"/>
            </a:endParaRPr>
          </a:p>
        </p:txBody>
      </p:sp>
      <p:sp>
        <p:nvSpPr>
          <p:cNvPr id="125" name="Shape 43"/>
          <p:cNvSpPr/>
          <p:nvPr/>
        </p:nvSpPr>
        <p:spPr>
          <a:xfrm>
            <a:off x="3520440" y="2240280"/>
            <a:ext cx="2788200" cy="255240"/>
          </a:xfrm>
          <a:prstGeom prst="rect">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126" name="Text 44"/>
          <p:cNvSpPr/>
          <p:nvPr/>
        </p:nvSpPr>
        <p:spPr>
          <a:xfrm>
            <a:off x="3611880" y="2240280"/>
            <a:ext cx="260532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a:solidFill>
                  <a:srgbClr val="FFFFFF"/>
                </a:solidFill>
                <a:uFillTx/>
                <a:latin typeface="Calibri"/>
                <a:ea typeface="Calibri"/>
              </a:rPr>
              <a:t>✓  POSITIVE TEST CASES</a:t>
            </a:r>
            <a:endParaRPr lang="en-US" sz="900" b="0" u="none" strike="noStrike">
              <a:solidFill>
                <a:srgbClr val="000000"/>
              </a:solidFill>
              <a:uFillTx/>
              <a:latin typeface="Noto Sans CJK SC"/>
            </a:endParaRPr>
          </a:p>
        </p:txBody>
      </p:sp>
      <p:sp>
        <p:nvSpPr>
          <p:cNvPr id="127" name="Shape 45"/>
          <p:cNvSpPr/>
          <p:nvPr/>
        </p:nvSpPr>
        <p:spPr>
          <a:xfrm>
            <a:off x="3520440" y="2496240"/>
            <a:ext cx="2788200" cy="69408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128" name="Text 46"/>
          <p:cNvSpPr/>
          <p:nvPr/>
        </p:nvSpPr>
        <p:spPr>
          <a:xfrm>
            <a:off x="3630240" y="2523600"/>
            <a:ext cx="257796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1. Verify </a:t>
            </a:r>
            <a:r>
              <a:rPr lang="en-IN" sz="800" b="0" u="none" strike="noStrike">
                <a:solidFill>
                  <a:srgbClr val="14375F"/>
                </a:solidFill>
                <a:uFillTx/>
                <a:latin typeface="Calibri"/>
                <a:ea typeface="Calibri"/>
              </a:rPr>
              <a:t>overall hotel selection functionality</a:t>
            </a:r>
            <a:endParaRPr lang="en-US" sz="800" b="0" u="none" strike="noStrike">
              <a:solidFill>
                <a:srgbClr val="000000"/>
              </a:solidFill>
              <a:uFillTx/>
              <a:latin typeface="Noto Sans CJK SC"/>
            </a:endParaRPr>
          </a:p>
        </p:txBody>
      </p:sp>
      <p:sp>
        <p:nvSpPr>
          <p:cNvPr id="129" name="Text 47"/>
          <p:cNvSpPr/>
          <p:nvPr/>
        </p:nvSpPr>
        <p:spPr>
          <a:xfrm>
            <a:off x="3630240" y="2688480"/>
            <a:ext cx="257796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2..</a:t>
            </a:r>
            <a:r>
              <a:rPr lang="en-IN" sz="800" b="0" u="none" strike="noStrike">
                <a:solidFill>
                  <a:srgbClr val="14375F"/>
                </a:solidFill>
                <a:uFillTx/>
                <a:latin typeface="Calibri"/>
                <a:ea typeface="Calibri"/>
              </a:rPr>
              <a:t> Verify successful hotel search by city</a:t>
            </a:r>
            <a:endParaRPr lang="en-US" sz="800" b="0" u="none" strike="noStrike">
              <a:solidFill>
                <a:srgbClr val="000000"/>
              </a:solidFill>
              <a:uFillTx/>
              <a:latin typeface="Noto Sans CJK SC"/>
            </a:endParaRPr>
          </a:p>
        </p:txBody>
      </p:sp>
      <p:sp>
        <p:nvSpPr>
          <p:cNvPr id="130" name="Text 48"/>
          <p:cNvSpPr/>
          <p:nvPr/>
        </p:nvSpPr>
        <p:spPr>
          <a:xfrm>
            <a:off x="3630240" y="2853000"/>
            <a:ext cx="257796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3. Veri</a:t>
            </a:r>
            <a:r>
              <a:rPr lang="en-IN" sz="800" b="0" u="none" strike="noStrike">
                <a:solidFill>
                  <a:srgbClr val="14375F"/>
                </a:solidFill>
                <a:uFillTx/>
                <a:latin typeface="Calibri"/>
                <a:ea typeface="Calibri"/>
              </a:rPr>
              <a:t>fy successful filters applied</a:t>
            </a:r>
            <a:endParaRPr lang="en-US" sz="800" b="0" u="none" strike="noStrike">
              <a:solidFill>
                <a:srgbClr val="000000"/>
              </a:solidFill>
              <a:uFillTx/>
              <a:latin typeface="Noto Sans CJK SC"/>
            </a:endParaRPr>
          </a:p>
        </p:txBody>
      </p:sp>
      <p:sp>
        <p:nvSpPr>
          <p:cNvPr id="131" name="Text 49"/>
          <p:cNvSpPr/>
          <p:nvPr/>
        </p:nvSpPr>
        <p:spPr>
          <a:xfrm>
            <a:off x="3630240" y="3017520"/>
            <a:ext cx="257796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4. Verify </a:t>
            </a:r>
            <a:r>
              <a:rPr lang="en-IN" sz="800" b="0" u="none" strike="noStrike">
                <a:solidFill>
                  <a:srgbClr val="14375F"/>
                </a:solidFill>
                <a:uFillTx/>
                <a:latin typeface="Calibri"/>
                <a:ea typeface="Calibri"/>
              </a:rPr>
              <a:t>guest details page validation</a:t>
            </a:r>
            <a:endParaRPr lang="en-US" sz="800" b="0" u="none" strike="noStrike">
              <a:solidFill>
                <a:srgbClr val="000000"/>
              </a:solidFill>
              <a:uFillTx/>
              <a:latin typeface="Noto Sans CJK SC"/>
            </a:endParaRPr>
          </a:p>
        </p:txBody>
      </p:sp>
      <p:sp>
        <p:nvSpPr>
          <p:cNvPr id="132" name="Shape 50"/>
          <p:cNvSpPr/>
          <p:nvPr/>
        </p:nvSpPr>
        <p:spPr>
          <a:xfrm>
            <a:off x="3520440" y="3255120"/>
            <a:ext cx="2788200" cy="255240"/>
          </a:xfrm>
          <a:prstGeom prst="rect">
            <a:avLst/>
          </a:prstGeom>
          <a:solidFill>
            <a:srgbClr val="F05A28"/>
          </a:solidFill>
          <a:ln w="12700">
            <a:solidFill>
              <a:srgbClr val="F05A2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133" name="Text 51"/>
          <p:cNvSpPr/>
          <p:nvPr/>
        </p:nvSpPr>
        <p:spPr>
          <a:xfrm>
            <a:off x="3611880" y="3255120"/>
            <a:ext cx="260532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a:solidFill>
                  <a:srgbClr val="FFFFFF"/>
                </a:solidFill>
                <a:uFillTx/>
                <a:latin typeface="Calibri"/>
                <a:ea typeface="Calibri"/>
              </a:rPr>
              <a:t>✗  NEGATIVE TEST CASES</a:t>
            </a:r>
            <a:endParaRPr lang="en-US" sz="900" b="0" u="none" strike="noStrike">
              <a:solidFill>
                <a:srgbClr val="000000"/>
              </a:solidFill>
              <a:uFillTx/>
              <a:latin typeface="Noto Sans CJK SC"/>
            </a:endParaRPr>
          </a:p>
        </p:txBody>
      </p:sp>
      <p:sp>
        <p:nvSpPr>
          <p:cNvPr id="134" name="Shape 52"/>
          <p:cNvSpPr/>
          <p:nvPr/>
        </p:nvSpPr>
        <p:spPr>
          <a:xfrm>
            <a:off x="3520440" y="3511440"/>
            <a:ext cx="2788200" cy="45648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135" name="Text 53"/>
          <p:cNvSpPr/>
          <p:nvPr/>
        </p:nvSpPr>
        <p:spPr>
          <a:xfrm>
            <a:off x="3630240" y="3538800"/>
            <a:ext cx="257796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1. Verify required guest details validation</a:t>
            </a:r>
            <a:endParaRPr lang="en-US" sz="800" b="0" u="none" strike="noStrike">
              <a:solidFill>
                <a:srgbClr val="000000"/>
              </a:solidFill>
              <a:uFillTx/>
              <a:latin typeface="Noto Sans CJK SC"/>
            </a:endParaRPr>
          </a:p>
        </p:txBody>
      </p:sp>
      <p:sp>
        <p:nvSpPr>
          <p:cNvPr id="136" name="Text 54"/>
          <p:cNvSpPr/>
          <p:nvPr/>
        </p:nvSpPr>
        <p:spPr>
          <a:xfrm>
            <a:off x="3630240" y="3703320"/>
            <a:ext cx="257796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2. Verify invalid card payment rejection</a:t>
            </a:r>
            <a:endParaRPr lang="en-US" sz="800" b="0" u="none" strike="noStrike">
              <a:solidFill>
                <a:srgbClr val="000000"/>
              </a:solidFill>
              <a:uFillTx/>
              <a:latin typeface="Noto Sans CJK SC"/>
            </a:endParaRPr>
          </a:p>
        </p:txBody>
      </p:sp>
      <p:sp>
        <p:nvSpPr>
          <p:cNvPr id="137" name="Shape 55"/>
          <p:cNvSpPr/>
          <p:nvPr/>
        </p:nvSpPr>
        <p:spPr>
          <a:xfrm>
            <a:off x="6464880" y="1078920"/>
            <a:ext cx="2605320" cy="255240"/>
          </a:xfrm>
          <a:prstGeom prst="rect">
            <a:avLst/>
          </a:prstGeom>
          <a:solidFill>
            <a:srgbClr val="1A2E44"/>
          </a:solidFill>
          <a:ln w="12700">
            <a:solidFill>
              <a:srgbClr val="1A2E4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138" name="Text 56"/>
          <p:cNvSpPr/>
          <p:nvPr/>
        </p:nvSpPr>
        <p:spPr>
          <a:xfrm>
            <a:off x="6556320" y="1078920"/>
            <a:ext cx="242244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a:solidFill>
                  <a:srgbClr val="FFFFFF"/>
                </a:solidFill>
                <a:uFillTx/>
                <a:latin typeface="Calibri"/>
                <a:ea typeface="Calibri"/>
              </a:rPr>
              <a:t>BDD AUTOMATION</a:t>
            </a:r>
            <a:endParaRPr lang="en-US" sz="900" b="0" u="none" strike="noStrike">
              <a:solidFill>
                <a:srgbClr val="000000"/>
              </a:solidFill>
              <a:uFillTx/>
              <a:latin typeface="Noto Sans CJK SC"/>
            </a:endParaRPr>
          </a:p>
        </p:txBody>
      </p:sp>
      <p:sp>
        <p:nvSpPr>
          <p:cNvPr id="139" name="Shape 57"/>
          <p:cNvSpPr/>
          <p:nvPr/>
        </p:nvSpPr>
        <p:spPr>
          <a:xfrm>
            <a:off x="6464880" y="1334880"/>
            <a:ext cx="2605320" cy="74916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140" name="Text 58"/>
          <p:cNvSpPr/>
          <p:nvPr/>
        </p:nvSpPr>
        <p:spPr>
          <a:xfrm>
            <a:off x="6556320" y="1371600"/>
            <a:ext cx="2422440" cy="694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50" b="0" u="none" strike="noStrike">
                <a:solidFill>
                  <a:srgbClr val="14375F"/>
                </a:solidFill>
                <a:uFillTx/>
                <a:latin typeface="Calibri"/>
                <a:ea typeface="Calibri"/>
              </a:rPr>
              <a:t>Behave BDD uses Gherkin feature files with Given / When / Then syntax. Scenarios are readable for both technical and non-technical reviewers.</a:t>
            </a:r>
            <a:endParaRPr lang="en-US" sz="850" b="0" u="none" strike="noStrike">
              <a:solidFill>
                <a:srgbClr val="000000"/>
              </a:solidFill>
              <a:uFillTx/>
              <a:latin typeface="Noto Sans CJK SC"/>
            </a:endParaRPr>
          </a:p>
        </p:txBody>
      </p:sp>
      <p:sp>
        <p:nvSpPr>
          <p:cNvPr id="141" name="Shape 59"/>
          <p:cNvSpPr/>
          <p:nvPr/>
        </p:nvSpPr>
        <p:spPr>
          <a:xfrm>
            <a:off x="6464880" y="2157840"/>
            <a:ext cx="2605320" cy="227880"/>
          </a:xfrm>
          <a:prstGeom prst="rect">
            <a:avLst/>
          </a:prstGeom>
          <a:solidFill>
            <a:srgbClr val="1A2E44"/>
          </a:solidFill>
          <a:ln w="12700">
            <a:solidFill>
              <a:srgbClr val="1A2E4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142" name="Text 60"/>
          <p:cNvSpPr/>
          <p:nvPr/>
        </p:nvSpPr>
        <p:spPr>
          <a:xfrm>
            <a:off x="6556320" y="2157840"/>
            <a:ext cx="242244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1" u="none" strike="noStrike">
                <a:solidFill>
                  <a:srgbClr val="00A3E0"/>
                </a:solidFill>
                <a:uFillTx/>
                <a:latin typeface="Calibri"/>
                <a:ea typeface="Calibri"/>
              </a:rPr>
              <a:t>TOOLS USED</a:t>
            </a:r>
            <a:endParaRPr lang="en-US" sz="850" b="0" u="none" strike="noStrike">
              <a:solidFill>
                <a:srgbClr val="000000"/>
              </a:solidFill>
              <a:uFillTx/>
              <a:latin typeface="Noto Sans CJK SC"/>
            </a:endParaRPr>
          </a:p>
        </p:txBody>
      </p:sp>
      <p:sp>
        <p:nvSpPr>
          <p:cNvPr id="143" name="Shape 61"/>
          <p:cNvSpPr/>
          <p:nvPr/>
        </p:nvSpPr>
        <p:spPr>
          <a:xfrm>
            <a:off x="6464880" y="2386440"/>
            <a:ext cx="2605320" cy="74916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144" name="Shape 62"/>
          <p:cNvSpPr/>
          <p:nvPr/>
        </p:nvSpPr>
        <p:spPr>
          <a:xfrm>
            <a:off x="6556320" y="2432160"/>
            <a:ext cx="72360" cy="72360"/>
          </a:xfrm>
          <a:prstGeom prst="ellipse">
            <a:avLst/>
          </a:prstGeom>
          <a:solidFill>
            <a:srgbClr val="1677C8"/>
          </a:solidFill>
          <a:ln w="12700">
            <a:solidFill>
              <a:srgbClr val="1677C8"/>
            </a:solidFill>
            <a:round/>
          </a:ln>
        </p:spPr>
        <p:style>
          <a:lnRef idx="0">
            <a:scrgbClr r="0" g="0" b="0"/>
          </a:lnRef>
          <a:fillRef idx="0">
            <a:scrgbClr r="0" g="0" b="0"/>
          </a:fillRef>
          <a:effectRef idx="0">
            <a:scrgbClr r="0" g="0" b="0"/>
          </a:effectRef>
          <a:fontRef idx="minor"/>
        </p:style>
        <p:txBody>
          <a:bodyPr lIns="36000" tIns="6840" rIns="36000" bIns="684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145" name="Text 63"/>
          <p:cNvSpPr/>
          <p:nvPr/>
        </p:nvSpPr>
        <p:spPr>
          <a:xfrm>
            <a:off x="6693480" y="2414160"/>
            <a:ext cx="233100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Selenium WebDriver</a:t>
            </a:r>
            <a:endParaRPr lang="en-US" sz="800" b="0" u="none" strike="noStrike">
              <a:solidFill>
                <a:srgbClr val="000000"/>
              </a:solidFill>
              <a:uFillTx/>
              <a:latin typeface="Noto Sans CJK SC"/>
            </a:endParaRPr>
          </a:p>
        </p:txBody>
      </p:sp>
      <p:sp>
        <p:nvSpPr>
          <p:cNvPr id="146" name="Shape 64"/>
          <p:cNvSpPr/>
          <p:nvPr/>
        </p:nvSpPr>
        <p:spPr>
          <a:xfrm>
            <a:off x="6556320" y="2606040"/>
            <a:ext cx="72360" cy="72360"/>
          </a:xfrm>
          <a:prstGeom prst="ellipse">
            <a:avLst/>
          </a:prstGeom>
          <a:solidFill>
            <a:srgbClr val="1677C8"/>
          </a:solidFill>
          <a:ln w="12700">
            <a:solidFill>
              <a:srgbClr val="1677C8"/>
            </a:solidFill>
            <a:round/>
          </a:ln>
        </p:spPr>
        <p:style>
          <a:lnRef idx="0">
            <a:scrgbClr r="0" g="0" b="0"/>
          </a:lnRef>
          <a:fillRef idx="0">
            <a:scrgbClr r="0" g="0" b="0"/>
          </a:fillRef>
          <a:effectRef idx="0">
            <a:scrgbClr r="0" g="0" b="0"/>
          </a:effectRef>
          <a:fontRef idx="minor"/>
        </p:style>
        <p:txBody>
          <a:bodyPr lIns="36000" tIns="6840" rIns="36000" bIns="684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147" name="Text 65"/>
          <p:cNvSpPr/>
          <p:nvPr/>
        </p:nvSpPr>
        <p:spPr>
          <a:xfrm>
            <a:off x="6693480" y="2587680"/>
            <a:ext cx="233100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dirty="0">
                <a:solidFill>
                  <a:srgbClr val="14375F"/>
                </a:solidFill>
                <a:uFillTx/>
                <a:latin typeface="Calibri"/>
                <a:ea typeface="Calibri"/>
              </a:rPr>
              <a:t>Python + Pytest</a:t>
            </a:r>
            <a:endParaRPr lang="en-US" sz="800" b="0" u="none" strike="noStrike" dirty="0">
              <a:solidFill>
                <a:srgbClr val="000000"/>
              </a:solidFill>
              <a:uFillTx/>
              <a:latin typeface="Noto Sans CJK SC"/>
            </a:endParaRPr>
          </a:p>
        </p:txBody>
      </p:sp>
      <p:sp>
        <p:nvSpPr>
          <p:cNvPr id="148" name="Shape 66"/>
          <p:cNvSpPr/>
          <p:nvPr/>
        </p:nvSpPr>
        <p:spPr>
          <a:xfrm>
            <a:off x="6556320" y="2779920"/>
            <a:ext cx="72360" cy="72360"/>
          </a:xfrm>
          <a:prstGeom prst="ellipse">
            <a:avLst/>
          </a:prstGeom>
          <a:solidFill>
            <a:srgbClr val="1677C8"/>
          </a:solidFill>
          <a:ln w="12700">
            <a:solidFill>
              <a:srgbClr val="1677C8"/>
            </a:solidFill>
            <a:round/>
          </a:ln>
        </p:spPr>
        <p:style>
          <a:lnRef idx="0">
            <a:scrgbClr r="0" g="0" b="0"/>
          </a:lnRef>
          <a:fillRef idx="0">
            <a:scrgbClr r="0" g="0" b="0"/>
          </a:fillRef>
          <a:effectRef idx="0">
            <a:scrgbClr r="0" g="0" b="0"/>
          </a:effectRef>
          <a:fontRef idx="minor"/>
        </p:style>
        <p:txBody>
          <a:bodyPr lIns="36000" tIns="6840" rIns="36000" bIns="684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149" name="Text 67"/>
          <p:cNvSpPr/>
          <p:nvPr/>
        </p:nvSpPr>
        <p:spPr>
          <a:xfrm>
            <a:off x="6693480" y="2761560"/>
            <a:ext cx="233100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Behave BDD</a:t>
            </a:r>
            <a:endParaRPr lang="en-US" sz="800" b="0" u="none" strike="noStrike">
              <a:solidFill>
                <a:srgbClr val="000000"/>
              </a:solidFill>
              <a:uFillTx/>
              <a:latin typeface="Noto Sans CJK SC"/>
            </a:endParaRPr>
          </a:p>
        </p:txBody>
      </p:sp>
      <p:sp>
        <p:nvSpPr>
          <p:cNvPr id="150" name="Shape 68"/>
          <p:cNvSpPr/>
          <p:nvPr/>
        </p:nvSpPr>
        <p:spPr>
          <a:xfrm>
            <a:off x="6556320" y="2953440"/>
            <a:ext cx="72360" cy="72360"/>
          </a:xfrm>
          <a:prstGeom prst="ellipse">
            <a:avLst/>
          </a:prstGeom>
          <a:solidFill>
            <a:srgbClr val="1677C8"/>
          </a:solidFill>
          <a:ln w="12700">
            <a:solidFill>
              <a:srgbClr val="1677C8"/>
            </a:solidFill>
            <a:round/>
          </a:ln>
        </p:spPr>
        <p:style>
          <a:lnRef idx="0">
            <a:scrgbClr r="0" g="0" b="0"/>
          </a:lnRef>
          <a:fillRef idx="0">
            <a:scrgbClr r="0" g="0" b="0"/>
          </a:fillRef>
          <a:effectRef idx="0">
            <a:scrgbClr r="0" g="0" b="0"/>
          </a:effectRef>
          <a:fontRef idx="minor"/>
        </p:style>
        <p:txBody>
          <a:bodyPr lIns="36000" tIns="6840" rIns="36000" bIns="684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151" name="Text 69"/>
          <p:cNvSpPr/>
          <p:nvPr/>
        </p:nvSpPr>
        <p:spPr>
          <a:xfrm>
            <a:off x="6693480" y="2935080"/>
            <a:ext cx="233100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Allure Reports + Chrome</a:t>
            </a:r>
            <a:endParaRPr lang="en-US" sz="800" b="0" u="none" strike="noStrike">
              <a:solidFill>
                <a:srgbClr val="000000"/>
              </a:solidFill>
              <a:uFillTx/>
              <a:latin typeface="Noto Sans CJK SC"/>
            </a:endParaRPr>
          </a:p>
        </p:txBody>
      </p:sp>
      <p:sp>
        <p:nvSpPr>
          <p:cNvPr id="152" name="Shape 70"/>
          <p:cNvSpPr/>
          <p:nvPr/>
        </p:nvSpPr>
        <p:spPr>
          <a:xfrm>
            <a:off x="6464880" y="3209400"/>
            <a:ext cx="2605320" cy="227880"/>
          </a:xfrm>
          <a:prstGeom prst="rect">
            <a:avLst/>
          </a:prstGeom>
          <a:solidFill>
            <a:srgbClr val="1677C8"/>
          </a:solidFill>
          <a:ln w="12700">
            <a:solidFill>
              <a:srgbClr val="1677C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153" name="Text 71"/>
          <p:cNvSpPr/>
          <p:nvPr/>
        </p:nvSpPr>
        <p:spPr>
          <a:xfrm>
            <a:off x="6556320" y="3209400"/>
            <a:ext cx="242244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1" u="none" strike="noStrike">
                <a:solidFill>
                  <a:srgbClr val="FFFFFF"/>
                </a:solidFill>
                <a:uFillTx/>
                <a:latin typeface="Calibri"/>
                <a:ea typeface="Calibri"/>
              </a:rPr>
              <a:t>VALIDATED AREAS</a:t>
            </a:r>
            <a:endParaRPr lang="en-US" sz="850" b="0" u="none" strike="noStrike">
              <a:solidFill>
                <a:srgbClr val="000000"/>
              </a:solidFill>
              <a:uFillTx/>
              <a:latin typeface="Noto Sans CJK SC"/>
            </a:endParaRPr>
          </a:p>
        </p:txBody>
      </p:sp>
      <p:sp>
        <p:nvSpPr>
          <p:cNvPr id="154" name="Shape 72"/>
          <p:cNvSpPr/>
          <p:nvPr/>
        </p:nvSpPr>
        <p:spPr>
          <a:xfrm>
            <a:off x="6464880" y="3438000"/>
            <a:ext cx="2605320" cy="74916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155" name="Shape 73"/>
          <p:cNvSpPr/>
          <p:nvPr/>
        </p:nvSpPr>
        <p:spPr>
          <a:xfrm>
            <a:off x="6556320" y="3483720"/>
            <a:ext cx="72360" cy="72360"/>
          </a:xfrm>
          <a:prstGeom prst="ellipse">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36000" tIns="6840" rIns="36000" bIns="684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156" name="Text 74"/>
          <p:cNvSpPr/>
          <p:nvPr/>
        </p:nvSpPr>
        <p:spPr>
          <a:xfrm>
            <a:off x="6693480" y="3465720"/>
            <a:ext cx="233100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Workflow navigation</a:t>
            </a:r>
            <a:endParaRPr lang="en-US" sz="800" b="0" u="none" strike="noStrike">
              <a:solidFill>
                <a:srgbClr val="000000"/>
              </a:solidFill>
              <a:uFillTx/>
              <a:latin typeface="Noto Sans CJK SC"/>
            </a:endParaRPr>
          </a:p>
        </p:txBody>
      </p:sp>
      <p:sp>
        <p:nvSpPr>
          <p:cNvPr id="157" name="Shape 75"/>
          <p:cNvSpPr/>
          <p:nvPr/>
        </p:nvSpPr>
        <p:spPr>
          <a:xfrm>
            <a:off x="6556320" y="3657600"/>
            <a:ext cx="72360" cy="72360"/>
          </a:xfrm>
          <a:prstGeom prst="ellipse">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36000" tIns="6840" rIns="36000" bIns="684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158" name="Text 76"/>
          <p:cNvSpPr/>
          <p:nvPr/>
        </p:nvSpPr>
        <p:spPr>
          <a:xfrm>
            <a:off x="6693480" y="3639240"/>
            <a:ext cx="233100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Form validations</a:t>
            </a:r>
            <a:endParaRPr lang="en-US" sz="800" b="0" u="none" strike="noStrike">
              <a:solidFill>
                <a:srgbClr val="000000"/>
              </a:solidFill>
              <a:uFillTx/>
              <a:latin typeface="Noto Sans CJK SC"/>
            </a:endParaRPr>
          </a:p>
        </p:txBody>
      </p:sp>
      <p:sp>
        <p:nvSpPr>
          <p:cNvPr id="159" name="Shape 77"/>
          <p:cNvSpPr/>
          <p:nvPr/>
        </p:nvSpPr>
        <p:spPr>
          <a:xfrm>
            <a:off x="6556320" y="3831480"/>
            <a:ext cx="72360" cy="72360"/>
          </a:xfrm>
          <a:prstGeom prst="ellipse">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36000" tIns="6840" rIns="36000" bIns="684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160" name="Text 78"/>
          <p:cNvSpPr/>
          <p:nvPr/>
        </p:nvSpPr>
        <p:spPr>
          <a:xfrm>
            <a:off x="6693480" y="3813120"/>
            <a:ext cx="233100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Booking steps</a:t>
            </a:r>
            <a:endParaRPr lang="en-US" sz="800" b="0" u="none" strike="noStrike">
              <a:solidFill>
                <a:srgbClr val="000000"/>
              </a:solidFill>
              <a:uFillTx/>
              <a:latin typeface="Noto Sans CJK SC"/>
            </a:endParaRPr>
          </a:p>
        </p:txBody>
      </p:sp>
      <p:sp>
        <p:nvSpPr>
          <p:cNvPr id="161" name="Shape 79"/>
          <p:cNvSpPr/>
          <p:nvPr/>
        </p:nvSpPr>
        <p:spPr>
          <a:xfrm>
            <a:off x="6556320" y="4005000"/>
            <a:ext cx="72360" cy="72360"/>
          </a:xfrm>
          <a:prstGeom prst="ellipse">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36000" tIns="6840" rIns="36000" bIns="684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162" name="Text 80"/>
          <p:cNvSpPr/>
          <p:nvPr/>
        </p:nvSpPr>
        <p:spPr>
          <a:xfrm>
            <a:off x="6693480" y="3986640"/>
            <a:ext cx="233100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Payment page boundary</a:t>
            </a:r>
            <a:endParaRPr lang="en-US" sz="800" b="0" u="none" strike="noStrike">
              <a:solidFill>
                <a:srgbClr val="000000"/>
              </a:solidFill>
              <a:uFillTx/>
              <a:latin typeface="Noto Sans CJK SC"/>
            </a:endParaRPr>
          </a:p>
        </p:txBody>
      </p:sp>
      <p:sp>
        <p:nvSpPr>
          <p:cNvPr id="163" name="Shape 81"/>
          <p:cNvSpPr/>
          <p:nvPr/>
        </p:nvSpPr>
        <p:spPr>
          <a:xfrm>
            <a:off x="347400" y="4316040"/>
            <a:ext cx="8722800" cy="383400"/>
          </a:xfrm>
          <a:prstGeom prst="rect">
            <a:avLst/>
          </a:prstGeom>
          <a:solidFill>
            <a:srgbClr val="EBF4FB"/>
          </a:solidFill>
          <a:ln w="12700">
            <a:solidFill>
              <a:srgbClr val="CBD8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164" name="Text 82"/>
          <p:cNvSpPr/>
          <p:nvPr/>
        </p:nvSpPr>
        <p:spPr>
          <a:xfrm>
            <a:off x="548640" y="4352400"/>
            <a:ext cx="201096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1" u="none" strike="noStrike">
                <a:solidFill>
                  <a:srgbClr val="14375F"/>
                </a:solidFill>
                <a:uFillTx/>
                <a:latin typeface="Calibri"/>
                <a:ea typeface="Calibri"/>
              </a:rPr>
              <a:t>OS: Windows 11</a:t>
            </a:r>
            <a:endParaRPr lang="en-US" sz="900" b="0" u="none" strike="noStrike">
              <a:solidFill>
                <a:srgbClr val="000000"/>
              </a:solidFill>
              <a:uFillTx/>
              <a:latin typeface="Noto Sans CJK SC"/>
            </a:endParaRPr>
          </a:p>
        </p:txBody>
      </p:sp>
      <p:sp>
        <p:nvSpPr>
          <p:cNvPr id="165" name="Text 83"/>
          <p:cNvSpPr/>
          <p:nvPr/>
        </p:nvSpPr>
        <p:spPr>
          <a:xfrm>
            <a:off x="2697480" y="4352400"/>
            <a:ext cx="201096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dirty="0">
                <a:solidFill>
                  <a:srgbClr val="14375F"/>
                </a:solidFill>
                <a:uFillTx/>
                <a:latin typeface="Calibri"/>
                <a:ea typeface="Calibri"/>
              </a:rPr>
              <a:t>Framework: POM + BDD</a:t>
            </a:r>
            <a:endParaRPr lang="en-US" sz="900" b="0" u="none" strike="noStrike" dirty="0">
              <a:solidFill>
                <a:srgbClr val="000000"/>
              </a:solidFill>
              <a:uFillTx/>
              <a:latin typeface="Noto Sans CJK SC"/>
            </a:endParaRPr>
          </a:p>
        </p:txBody>
      </p:sp>
      <p:sp>
        <p:nvSpPr>
          <p:cNvPr id="166" name="Text 84"/>
          <p:cNvSpPr/>
          <p:nvPr/>
        </p:nvSpPr>
        <p:spPr>
          <a:xfrm>
            <a:off x="4846320" y="4352400"/>
            <a:ext cx="201096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a:solidFill>
                  <a:srgbClr val="14375F"/>
                </a:solidFill>
                <a:uFillTx/>
                <a:latin typeface="Calibri"/>
                <a:ea typeface="Calibri"/>
              </a:rPr>
              <a:t>Logs: Enabled</a:t>
            </a:r>
            <a:endParaRPr lang="en-US" sz="900" b="0" u="none" strike="noStrike">
              <a:solidFill>
                <a:srgbClr val="000000"/>
              </a:solidFill>
              <a:uFillTx/>
              <a:latin typeface="Noto Sans CJK SC"/>
            </a:endParaRPr>
          </a:p>
        </p:txBody>
      </p:sp>
      <p:sp>
        <p:nvSpPr>
          <p:cNvPr id="167" name="Text 85"/>
          <p:cNvSpPr/>
          <p:nvPr/>
        </p:nvSpPr>
        <p:spPr>
          <a:xfrm>
            <a:off x="6995160" y="4352400"/>
            <a:ext cx="201096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a:solidFill>
                  <a:srgbClr val="14375F"/>
                </a:solidFill>
                <a:uFillTx/>
                <a:latin typeface="Calibri"/>
                <a:ea typeface="Calibri"/>
              </a:rPr>
              <a:t>Screenshots: Enabled</a:t>
            </a:r>
            <a:endParaRPr lang="en-US" sz="900" b="0" u="none" strike="noStrike">
              <a:solidFill>
                <a:srgbClr val="000000"/>
              </a:solidFill>
              <a:uFillTx/>
              <a:latin typeface="Noto Sans CJK SC"/>
            </a:endParaRPr>
          </a:p>
        </p:txBody>
      </p:sp>
      <p:sp>
        <p:nvSpPr>
          <p:cNvPr id="168" name="Shape 86"/>
          <p:cNvSpPr/>
          <p:nvPr/>
        </p:nvSpPr>
        <p:spPr>
          <a:xfrm>
            <a:off x="0" y="4818960"/>
            <a:ext cx="9143280" cy="12960"/>
          </a:xfrm>
          <a:prstGeom prst="rect">
            <a:avLst/>
          </a:prstGeom>
          <a:solidFill>
            <a:srgbClr val="CBD8E8"/>
          </a:solidFill>
          <a:ln w="12700">
            <a:solidFill>
              <a:srgbClr val="CBD8E8"/>
            </a:solidFill>
            <a:round/>
          </a:ln>
        </p:spPr>
        <p:style>
          <a:lnRef idx="0">
            <a:scrgbClr r="0" g="0" b="0"/>
          </a:lnRef>
          <a:fillRef idx="0">
            <a:scrgbClr r="0" g="0" b="0"/>
          </a:fillRef>
          <a:effectRef idx="0">
            <a:scrgbClr r="0" g="0" b="0"/>
          </a:effectRef>
          <a:fontRef idx="minor"/>
        </p:style>
        <p:txBody>
          <a:bodyPr lIns="90000" tIns="-31320" rIns="90000" bIns="-3132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169" name="Text 87"/>
          <p:cNvSpPr/>
          <p:nvPr/>
        </p:nvSpPr>
        <p:spPr>
          <a:xfrm>
            <a:off x="320040" y="4846320"/>
            <a:ext cx="640008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50" b="0" u="none" strike="noStrike">
                <a:solidFill>
                  <a:srgbClr val="6B7C93"/>
                </a:solidFill>
                <a:uFillTx/>
                <a:latin typeface="Calibri"/>
                <a:ea typeface="Calibri"/>
              </a:rPr>
              <a:t>Goibibo End-to-End Automation Testing Framework</a:t>
            </a:r>
            <a:endParaRPr lang="en-US" sz="750" b="0" u="none" strike="noStrike">
              <a:solidFill>
                <a:srgbClr val="000000"/>
              </a:solidFill>
              <a:uFillTx/>
              <a:latin typeface="Noto Sans CJK SC"/>
            </a:endParaRPr>
          </a:p>
        </p:txBody>
      </p:sp>
      <p:sp>
        <p:nvSpPr>
          <p:cNvPr id="170" name="Text 88"/>
          <p:cNvSpPr/>
          <p:nvPr/>
        </p:nvSpPr>
        <p:spPr>
          <a:xfrm>
            <a:off x="8503920" y="4827960"/>
            <a:ext cx="50220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900" b="1" u="none" strike="noStrike">
                <a:solidFill>
                  <a:srgbClr val="1677C8"/>
                </a:solidFill>
                <a:uFillTx/>
                <a:latin typeface="Calibri"/>
                <a:ea typeface="Calibri"/>
              </a:rPr>
              <a:t>03</a:t>
            </a:r>
            <a:endParaRPr lang="en-US" sz="900" b="0" u="none" strike="noStrike">
              <a:solidFill>
                <a:srgbClr val="000000"/>
              </a:solidFill>
              <a:uFillTx/>
              <a:latin typeface="Noto Sans CJK SC"/>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171" name="Shape 0"/>
          <p:cNvSpPr/>
          <p:nvPr/>
        </p:nvSpPr>
        <p:spPr>
          <a:xfrm>
            <a:off x="0" y="0"/>
            <a:ext cx="9143280" cy="54000"/>
          </a:xfrm>
          <a:prstGeom prst="rect">
            <a:avLst/>
          </a:prstGeom>
          <a:solidFill>
            <a:srgbClr val="1677C8"/>
          </a:solidFill>
          <a:ln w="12700">
            <a:solidFill>
              <a:srgbClr val="1677C8"/>
            </a:solidFill>
            <a:round/>
          </a:ln>
        </p:spPr>
        <p:style>
          <a:lnRef idx="0">
            <a:scrgbClr r="0" g="0" b="0"/>
          </a:lnRef>
          <a:fillRef idx="0">
            <a:scrgbClr r="0" g="0" b="0"/>
          </a:fillRef>
          <a:effectRef idx="0">
            <a:scrgbClr r="0" g="0" b="0"/>
          </a:effectRef>
          <a:fontRef idx="minor"/>
        </p:style>
        <p:txBody>
          <a:bodyPr lIns="90000" tIns="9720" rIns="90000" bIns="972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172" name="Shape 1"/>
          <p:cNvSpPr/>
          <p:nvPr/>
        </p:nvSpPr>
        <p:spPr>
          <a:xfrm>
            <a:off x="0" y="54720"/>
            <a:ext cx="200520" cy="4745160"/>
          </a:xfrm>
          <a:prstGeom prst="rect">
            <a:avLst/>
          </a:prstGeom>
          <a:solidFill>
            <a:srgbClr val="00A3E0"/>
          </a:solidFill>
          <a:ln w="12700">
            <a:solidFill>
              <a:srgbClr val="00A3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173" name="Text 2"/>
          <p:cNvSpPr/>
          <p:nvPr/>
        </p:nvSpPr>
        <p:spPr>
          <a:xfrm>
            <a:off x="347400" y="128160"/>
            <a:ext cx="274248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1" u="none" strike="noStrike" spc="201">
                <a:solidFill>
                  <a:srgbClr val="00A3E0"/>
                </a:solidFill>
                <a:uFillTx/>
                <a:latin typeface="Calibri"/>
                <a:ea typeface="Calibri"/>
              </a:rPr>
              <a:t>MODULE 02</a:t>
            </a:r>
            <a:endParaRPr lang="en-US" sz="800" b="0" u="none" strike="noStrike">
              <a:solidFill>
                <a:srgbClr val="000000"/>
              </a:solidFill>
              <a:uFillTx/>
              <a:latin typeface="Noto Sans CJK SC"/>
            </a:endParaRPr>
          </a:p>
        </p:txBody>
      </p:sp>
      <p:sp>
        <p:nvSpPr>
          <p:cNvPr id="174" name="Text 3"/>
          <p:cNvSpPr/>
          <p:nvPr/>
        </p:nvSpPr>
        <p:spPr>
          <a:xfrm>
            <a:off x="347400" y="329040"/>
            <a:ext cx="8411760" cy="474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000" b="1" u="none" strike="noStrike">
                <a:solidFill>
                  <a:srgbClr val="14375F"/>
                </a:solidFill>
                <a:uFillTx/>
                <a:latin typeface="Calibri"/>
                <a:ea typeface="Calibri"/>
              </a:rPr>
              <a:t>Goibibo Cabs Automation</a:t>
            </a:r>
            <a:endParaRPr lang="en-US" sz="2000" b="0" u="none" strike="noStrike">
              <a:solidFill>
                <a:srgbClr val="000000"/>
              </a:solidFill>
              <a:uFillTx/>
              <a:latin typeface="Noto Sans CJK SC"/>
            </a:endParaRPr>
          </a:p>
        </p:txBody>
      </p:sp>
      <p:sp>
        <p:nvSpPr>
          <p:cNvPr id="175" name="Text 4"/>
          <p:cNvSpPr/>
          <p:nvPr/>
        </p:nvSpPr>
        <p:spPr>
          <a:xfrm>
            <a:off x="347400" y="822960"/>
            <a:ext cx="841176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50" b="0" u="none" strike="noStrike">
                <a:solidFill>
                  <a:srgbClr val="6B7C93"/>
                </a:solidFill>
                <a:uFillTx/>
                <a:latin typeface="Calibri"/>
                <a:ea typeface="Calibri"/>
              </a:rPr>
              <a:t>Rishabh Chauhan  ·  Superset ID: 5394726</a:t>
            </a:r>
            <a:endParaRPr lang="en-US" sz="950" b="0" u="none" strike="noStrike">
              <a:solidFill>
                <a:srgbClr val="000000"/>
              </a:solidFill>
              <a:uFillTx/>
              <a:latin typeface="Noto Sans CJK SC"/>
            </a:endParaRPr>
          </a:p>
        </p:txBody>
      </p:sp>
      <p:sp>
        <p:nvSpPr>
          <p:cNvPr id="176" name="Shape 5"/>
          <p:cNvSpPr/>
          <p:nvPr/>
        </p:nvSpPr>
        <p:spPr>
          <a:xfrm>
            <a:off x="419040" y="1088280"/>
            <a:ext cx="3016800" cy="153540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177" name="Shape 6"/>
          <p:cNvSpPr/>
          <p:nvPr/>
        </p:nvSpPr>
        <p:spPr>
          <a:xfrm>
            <a:off x="347400" y="1078920"/>
            <a:ext cx="45000" cy="1535400"/>
          </a:xfrm>
          <a:prstGeom prst="rect">
            <a:avLst/>
          </a:prstGeom>
          <a:solidFill>
            <a:srgbClr val="00A3E0"/>
          </a:solidFill>
          <a:ln w="12700">
            <a:solidFill>
              <a:srgbClr val="00A3E0"/>
            </a:solidFill>
            <a:round/>
          </a:ln>
        </p:spPr>
        <p:style>
          <a:lnRef idx="0">
            <a:scrgbClr r="0" g="0" b="0"/>
          </a:lnRef>
          <a:fillRef idx="0">
            <a:scrgbClr r="0" g="0" b="0"/>
          </a:fillRef>
          <a:effectRef idx="0">
            <a:scrgbClr r="0" g="0" b="0"/>
          </a:effectRef>
          <a:fontRef idx="minor"/>
        </p:style>
        <p:txBody>
          <a:bodyPr lIns="22320" tIns="45000" rIns="2232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178" name="Text 7"/>
          <p:cNvSpPr/>
          <p:nvPr/>
        </p:nvSpPr>
        <p:spPr>
          <a:xfrm>
            <a:off x="484560" y="1115640"/>
            <a:ext cx="274248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50" b="1" u="none" strike="noStrike" spc="150">
                <a:solidFill>
                  <a:srgbClr val="00A3E0"/>
                </a:solidFill>
                <a:uFillTx/>
                <a:latin typeface="Calibri"/>
                <a:ea typeface="Calibri"/>
              </a:rPr>
              <a:t>PROJECT PROFILE</a:t>
            </a:r>
            <a:endParaRPr lang="en-US" sz="750" b="0" u="none" strike="noStrike">
              <a:solidFill>
                <a:srgbClr val="000000"/>
              </a:solidFill>
              <a:uFillTx/>
              <a:latin typeface="Noto Sans CJK SC"/>
            </a:endParaRPr>
          </a:p>
        </p:txBody>
      </p:sp>
      <p:sp>
        <p:nvSpPr>
          <p:cNvPr id="179" name="Text 8"/>
          <p:cNvSpPr/>
          <p:nvPr/>
        </p:nvSpPr>
        <p:spPr>
          <a:xfrm>
            <a:off x="484560" y="1334880"/>
            <a:ext cx="274248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dirty="0">
                <a:solidFill>
                  <a:srgbClr val="14375F"/>
                </a:solidFill>
                <a:uFillTx/>
                <a:latin typeface="Calibri"/>
                <a:ea typeface="Calibri"/>
              </a:rPr>
              <a:t>Domain: Travel &amp; </a:t>
            </a:r>
            <a:r>
              <a:rPr lang="en-US" sz="900" dirty="0">
                <a:solidFill>
                  <a:srgbClr val="14375F"/>
                </a:solidFill>
                <a:latin typeface="Calibri"/>
                <a:ea typeface="Calibri"/>
              </a:rPr>
              <a:t>Booking</a:t>
            </a:r>
            <a:endParaRPr lang="en-US" sz="900" b="0" u="none" strike="noStrike" dirty="0">
              <a:solidFill>
                <a:srgbClr val="000000"/>
              </a:solidFill>
              <a:uFillTx/>
              <a:latin typeface="Noto Sans CJK SC"/>
            </a:endParaRPr>
          </a:p>
        </p:txBody>
      </p:sp>
      <p:sp>
        <p:nvSpPr>
          <p:cNvPr id="180" name="Text 9"/>
          <p:cNvSpPr/>
          <p:nvPr/>
        </p:nvSpPr>
        <p:spPr>
          <a:xfrm>
            <a:off x="484560" y="1554480"/>
            <a:ext cx="274248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a:solidFill>
                  <a:srgbClr val="14375F"/>
                </a:solidFill>
                <a:uFillTx/>
                <a:latin typeface="Calibri"/>
                <a:ea typeface="Calibri"/>
              </a:rPr>
              <a:t>Member: Rishabh Chauhan</a:t>
            </a:r>
            <a:endParaRPr lang="en-US" sz="900" b="0" u="none" strike="noStrike">
              <a:solidFill>
                <a:srgbClr val="000000"/>
              </a:solidFill>
              <a:uFillTx/>
              <a:latin typeface="Noto Sans CJK SC"/>
            </a:endParaRPr>
          </a:p>
        </p:txBody>
      </p:sp>
      <p:sp>
        <p:nvSpPr>
          <p:cNvPr id="181" name="Text 10"/>
          <p:cNvSpPr/>
          <p:nvPr/>
        </p:nvSpPr>
        <p:spPr>
          <a:xfrm>
            <a:off x="484560" y="1774080"/>
            <a:ext cx="274248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a:solidFill>
                  <a:srgbClr val="14375F"/>
                </a:solidFill>
                <a:uFillTx/>
                <a:latin typeface="Calibri"/>
                <a:ea typeface="Calibri"/>
              </a:rPr>
              <a:t>Superset ID: 5394726</a:t>
            </a:r>
            <a:endParaRPr lang="en-US" sz="900" b="0" u="none" strike="noStrike">
              <a:solidFill>
                <a:srgbClr val="000000"/>
              </a:solidFill>
              <a:uFillTx/>
              <a:latin typeface="Noto Sans CJK SC"/>
            </a:endParaRPr>
          </a:p>
        </p:txBody>
      </p:sp>
      <p:sp>
        <p:nvSpPr>
          <p:cNvPr id="182" name="Text 11"/>
          <p:cNvSpPr/>
          <p:nvPr/>
        </p:nvSpPr>
        <p:spPr>
          <a:xfrm>
            <a:off x="484560" y="1993320"/>
            <a:ext cx="274248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dirty="0">
                <a:solidFill>
                  <a:srgbClr val="14375F"/>
                </a:solidFill>
                <a:uFillTx/>
                <a:latin typeface="Calibri"/>
                <a:ea typeface="Calibri"/>
              </a:rPr>
              <a:t>Framework: Pytest POM + Behave BDD</a:t>
            </a:r>
            <a:endParaRPr lang="en-US" sz="900" b="0" u="none" strike="noStrike" dirty="0">
              <a:solidFill>
                <a:srgbClr val="000000"/>
              </a:solidFill>
              <a:uFillTx/>
              <a:latin typeface="Noto Sans CJK SC"/>
            </a:endParaRPr>
          </a:p>
        </p:txBody>
      </p:sp>
      <p:sp>
        <p:nvSpPr>
          <p:cNvPr id="183" name="Text 12"/>
          <p:cNvSpPr/>
          <p:nvPr/>
        </p:nvSpPr>
        <p:spPr>
          <a:xfrm>
            <a:off x="484560" y="2212920"/>
            <a:ext cx="274248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a:solidFill>
                  <a:srgbClr val="14375F"/>
                </a:solidFill>
                <a:uFillTx/>
                <a:latin typeface="Calibri"/>
                <a:ea typeface="Calibri"/>
              </a:rPr>
              <a:t>Browser: Chrome | OS: Windows 11</a:t>
            </a:r>
            <a:endParaRPr lang="en-US" sz="900" b="0" u="none" strike="noStrike">
              <a:solidFill>
                <a:srgbClr val="000000"/>
              </a:solidFill>
              <a:uFillTx/>
              <a:latin typeface="Noto Sans CJK SC"/>
            </a:endParaRPr>
          </a:p>
        </p:txBody>
      </p:sp>
      <p:sp>
        <p:nvSpPr>
          <p:cNvPr id="184" name="Shape 13"/>
          <p:cNvSpPr/>
          <p:nvPr/>
        </p:nvSpPr>
        <p:spPr>
          <a:xfrm>
            <a:off x="347400" y="2706480"/>
            <a:ext cx="3016800" cy="89532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185" name="Shape 14"/>
          <p:cNvSpPr/>
          <p:nvPr/>
        </p:nvSpPr>
        <p:spPr>
          <a:xfrm>
            <a:off x="347400" y="2706480"/>
            <a:ext cx="45000" cy="895320"/>
          </a:xfrm>
          <a:prstGeom prst="rect">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22320" tIns="45000" rIns="2232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186" name="Text 15"/>
          <p:cNvSpPr/>
          <p:nvPr/>
        </p:nvSpPr>
        <p:spPr>
          <a:xfrm>
            <a:off x="484560" y="2734200"/>
            <a:ext cx="274248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50" b="1" u="none" strike="noStrike" spc="150">
                <a:solidFill>
                  <a:srgbClr val="27AE60"/>
                </a:solidFill>
                <a:uFillTx/>
                <a:latin typeface="Calibri"/>
                <a:ea typeface="Calibri"/>
              </a:rPr>
              <a:t>EXECUTION RESULTS</a:t>
            </a:r>
            <a:endParaRPr lang="en-US" sz="750" b="0" u="none" strike="noStrike">
              <a:solidFill>
                <a:srgbClr val="000000"/>
              </a:solidFill>
              <a:uFillTx/>
              <a:latin typeface="Noto Sans CJK SC"/>
            </a:endParaRPr>
          </a:p>
        </p:txBody>
      </p:sp>
      <p:sp>
        <p:nvSpPr>
          <p:cNvPr id="187" name="Text 16"/>
          <p:cNvSpPr/>
          <p:nvPr/>
        </p:nvSpPr>
        <p:spPr>
          <a:xfrm>
            <a:off x="438840" y="2962800"/>
            <a:ext cx="657720" cy="310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800" b="1" u="none" strike="noStrike">
                <a:solidFill>
                  <a:srgbClr val="1677C8"/>
                </a:solidFill>
                <a:uFillTx/>
                <a:latin typeface="Calibri"/>
                <a:ea typeface="Calibri"/>
              </a:rPr>
              <a:t>8</a:t>
            </a:r>
            <a:endParaRPr lang="en-US" sz="1800" b="0" u="none" strike="noStrike">
              <a:solidFill>
                <a:srgbClr val="000000"/>
              </a:solidFill>
              <a:uFillTx/>
              <a:latin typeface="Noto Sans CJK SC"/>
            </a:endParaRPr>
          </a:p>
        </p:txBody>
      </p:sp>
      <p:sp>
        <p:nvSpPr>
          <p:cNvPr id="188" name="Text 17"/>
          <p:cNvSpPr/>
          <p:nvPr/>
        </p:nvSpPr>
        <p:spPr>
          <a:xfrm>
            <a:off x="438840" y="3273480"/>
            <a:ext cx="65772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700" b="0" u="none" strike="noStrike">
                <a:solidFill>
                  <a:srgbClr val="6B7C93"/>
                </a:solidFill>
                <a:uFillTx/>
                <a:latin typeface="Calibri"/>
                <a:ea typeface="Calibri"/>
              </a:rPr>
              <a:t>TOTAL</a:t>
            </a:r>
            <a:endParaRPr lang="en-US" sz="700" b="0" u="none" strike="noStrike">
              <a:solidFill>
                <a:srgbClr val="000000"/>
              </a:solidFill>
              <a:uFillTx/>
              <a:latin typeface="Noto Sans CJK SC"/>
            </a:endParaRPr>
          </a:p>
        </p:txBody>
      </p:sp>
      <p:sp>
        <p:nvSpPr>
          <p:cNvPr id="189" name="Text 18"/>
          <p:cNvSpPr/>
          <p:nvPr/>
        </p:nvSpPr>
        <p:spPr>
          <a:xfrm>
            <a:off x="1170360" y="2962800"/>
            <a:ext cx="657720" cy="310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800" b="1" u="none" strike="noStrike">
                <a:solidFill>
                  <a:srgbClr val="27AE60"/>
                </a:solidFill>
                <a:uFillTx/>
                <a:latin typeface="Calibri"/>
                <a:ea typeface="Calibri"/>
              </a:rPr>
              <a:t>8</a:t>
            </a:r>
            <a:endParaRPr lang="en-US" sz="1800" b="0" u="none" strike="noStrike">
              <a:solidFill>
                <a:srgbClr val="000000"/>
              </a:solidFill>
              <a:uFillTx/>
              <a:latin typeface="Noto Sans CJK SC"/>
            </a:endParaRPr>
          </a:p>
        </p:txBody>
      </p:sp>
      <p:sp>
        <p:nvSpPr>
          <p:cNvPr id="190" name="Text 19"/>
          <p:cNvSpPr/>
          <p:nvPr/>
        </p:nvSpPr>
        <p:spPr>
          <a:xfrm>
            <a:off x="1170360" y="3273480"/>
            <a:ext cx="65772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700" b="0" u="none" strike="noStrike">
                <a:solidFill>
                  <a:srgbClr val="6B7C93"/>
                </a:solidFill>
                <a:uFillTx/>
                <a:latin typeface="Calibri"/>
                <a:ea typeface="Calibri"/>
              </a:rPr>
              <a:t>PASSED</a:t>
            </a:r>
            <a:endParaRPr lang="en-US" sz="700" b="0" u="none" strike="noStrike">
              <a:solidFill>
                <a:srgbClr val="000000"/>
              </a:solidFill>
              <a:uFillTx/>
              <a:latin typeface="Noto Sans CJK SC"/>
            </a:endParaRPr>
          </a:p>
        </p:txBody>
      </p:sp>
      <p:sp>
        <p:nvSpPr>
          <p:cNvPr id="191" name="Text 20"/>
          <p:cNvSpPr/>
          <p:nvPr/>
        </p:nvSpPr>
        <p:spPr>
          <a:xfrm>
            <a:off x="1901880" y="2962800"/>
            <a:ext cx="657720" cy="310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800" b="1" u="none" strike="noStrike">
                <a:solidFill>
                  <a:srgbClr val="F05A28"/>
                </a:solidFill>
                <a:uFillTx/>
                <a:latin typeface="Calibri"/>
                <a:ea typeface="Calibri"/>
              </a:rPr>
              <a:t>0</a:t>
            </a:r>
            <a:endParaRPr lang="en-US" sz="1800" b="0" u="none" strike="noStrike">
              <a:solidFill>
                <a:srgbClr val="000000"/>
              </a:solidFill>
              <a:uFillTx/>
              <a:latin typeface="Noto Sans CJK SC"/>
            </a:endParaRPr>
          </a:p>
        </p:txBody>
      </p:sp>
      <p:sp>
        <p:nvSpPr>
          <p:cNvPr id="192" name="Text 21"/>
          <p:cNvSpPr/>
          <p:nvPr/>
        </p:nvSpPr>
        <p:spPr>
          <a:xfrm>
            <a:off x="1901880" y="3273480"/>
            <a:ext cx="65772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700" b="0" u="none" strike="noStrike">
                <a:solidFill>
                  <a:srgbClr val="6B7C93"/>
                </a:solidFill>
                <a:uFillTx/>
                <a:latin typeface="Calibri"/>
                <a:ea typeface="Calibri"/>
              </a:rPr>
              <a:t>FAILED</a:t>
            </a:r>
            <a:endParaRPr lang="en-US" sz="700" b="0" u="none" strike="noStrike">
              <a:solidFill>
                <a:srgbClr val="000000"/>
              </a:solidFill>
              <a:uFillTx/>
              <a:latin typeface="Noto Sans CJK SC"/>
            </a:endParaRPr>
          </a:p>
        </p:txBody>
      </p:sp>
      <p:sp>
        <p:nvSpPr>
          <p:cNvPr id="193" name="Text 22"/>
          <p:cNvSpPr/>
          <p:nvPr/>
        </p:nvSpPr>
        <p:spPr>
          <a:xfrm>
            <a:off x="2633400" y="2962800"/>
            <a:ext cx="657720" cy="310320"/>
          </a:xfrm>
          <a:prstGeom prst="rect">
            <a:avLst/>
          </a:prstGeom>
          <a:noFill/>
          <a:ln w="0">
            <a:noFill/>
          </a:ln>
        </p:spPr>
        <p:style>
          <a:lnRef idx="0">
            <a:scrgbClr r="0" g="0" b="0"/>
          </a:lnRef>
          <a:fillRef idx="0">
            <a:scrgbClr r="0" g="0" b="0"/>
          </a:fillRef>
          <a:effectRef idx="0">
            <a:scrgbClr r="0" g="0" b="0"/>
          </a:effectRef>
          <a:fontRef idx="minor"/>
        </p:style>
        <p:txBody>
          <a:bodyPr lIns="36360" tIns="45000" rIns="36360" bIns="45000" anchor="ctr">
            <a:noAutofit/>
          </a:bodyPr>
          <a:lstStyle/>
          <a:p>
            <a:pPr algn="ctr" defTabSz="914400">
              <a:lnSpc>
                <a:spcPct val="100000"/>
              </a:lnSpc>
              <a:tabLst>
                <a:tab pos="0" algn="l"/>
              </a:tabLst>
            </a:pPr>
            <a:r>
              <a:rPr lang="en-US" sz="1800" b="1" u="none" strike="noStrike">
                <a:solidFill>
                  <a:srgbClr val="14375F"/>
                </a:solidFill>
                <a:uFillTx/>
                <a:latin typeface="Calibri"/>
                <a:ea typeface="Calibri"/>
              </a:rPr>
              <a:t>100%</a:t>
            </a:r>
            <a:endParaRPr lang="en-US" sz="1800" b="0" u="none" strike="noStrike">
              <a:solidFill>
                <a:srgbClr val="000000"/>
              </a:solidFill>
              <a:uFillTx/>
              <a:latin typeface="Noto Sans CJK SC"/>
            </a:endParaRPr>
          </a:p>
        </p:txBody>
      </p:sp>
      <p:sp>
        <p:nvSpPr>
          <p:cNvPr id="194" name="Text 23"/>
          <p:cNvSpPr/>
          <p:nvPr/>
        </p:nvSpPr>
        <p:spPr>
          <a:xfrm>
            <a:off x="2633400" y="3273480"/>
            <a:ext cx="65772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700" b="0" u="none" strike="noStrike">
                <a:solidFill>
                  <a:srgbClr val="6B7C93"/>
                </a:solidFill>
                <a:uFillTx/>
                <a:latin typeface="Calibri"/>
                <a:ea typeface="Calibri"/>
              </a:rPr>
              <a:t>RATE</a:t>
            </a:r>
            <a:endParaRPr lang="en-US" sz="700" b="0" u="none" strike="noStrike">
              <a:solidFill>
                <a:srgbClr val="000000"/>
              </a:solidFill>
              <a:uFillTx/>
              <a:latin typeface="Noto Sans CJK SC"/>
            </a:endParaRPr>
          </a:p>
        </p:txBody>
      </p:sp>
      <p:sp>
        <p:nvSpPr>
          <p:cNvPr id="195" name="Text 24"/>
          <p:cNvSpPr/>
          <p:nvPr/>
        </p:nvSpPr>
        <p:spPr>
          <a:xfrm>
            <a:off x="347400" y="3703320"/>
            <a:ext cx="301680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50" b="1" u="none" strike="noStrike" spc="150">
                <a:solidFill>
                  <a:srgbClr val="6B7C93"/>
                </a:solidFill>
                <a:uFillTx/>
                <a:latin typeface="Calibri"/>
                <a:ea typeface="Calibri"/>
              </a:rPr>
              <a:t>MODULE FLOW</a:t>
            </a:r>
            <a:endParaRPr lang="en-US" sz="750" b="0" u="none" strike="noStrike">
              <a:solidFill>
                <a:srgbClr val="000000"/>
              </a:solidFill>
              <a:uFillTx/>
              <a:latin typeface="Noto Sans CJK SC"/>
            </a:endParaRPr>
          </a:p>
        </p:txBody>
      </p:sp>
      <p:sp>
        <p:nvSpPr>
          <p:cNvPr id="196" name="Shape 25"/>
          <p:cNvSpPr/>
          <p:nvPr/>
        </p:nvSpPr>
        <p:spPr>
          <a:xfrm>
            <a:off x="347400" y="3913560"/>
            <a:ext cx="345600" cy="328320"/>
          </a:xfrm>
          <a:prstGeom prst="rect">
            <a:avLst/>
          </a:prstGeom>
          <a:solidFill>
            <a:srgbClr val="00A3E0"/>
          </a:solidFill>
          <a:ln w="12700">
            <a:solidFill>
              <a:srgbClr val="00A3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197" name="Text 26"/>
          <p:cNvSpPr/>
          <p:nvPr/>
        </p:nvSpPr>
        <p:spPr>
          <a:xfrm>
            <a:off x="347400" y="3913560"/>
            <a:ext cx="34560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u="none" strike="noStrike">
                <a:solidFill>
                  <a:srgbClr val="FFFFFF"/>
                </a:solidFill>
                <a:uFillTx/>
                <a:latin typeface="Calibri"/>
                <a:ea typeface="Calibri"/>
              </a:rPr>
              <a:t>Open</a:t>
            </a:r>
            <a:endParaRPr lang="en-US" sz="700" b="0" u="none" strike="noStrike">
              <a:solidFill>
                <a:srgbClr val="000000"/>
              </a:solidFill>
              <a:uFillTx/>
              <a:latin typeface="Noto Sans CJK SC"/>
            </a:endParaRPr>
          </a:p>
        </p:txBody>
      </p:sp>
      <p:sp>
        <p:nvSpPr>
          <p:cNvPr id="198" name="Shape 27"/>
          <p:cNvSpPr/>
          <p:nvPr/>
        </p:nvSpPr>
        <p:spPr>
          <a:xfrm>
            <a:off x="739440" y="3913560"/>
            <a:ext cx="345600" cy="328320"/>
          </a:xfrm>
          <a:prstGeom prst="rect">
            <a:avLst/>
          </a:prstGeom>
          <a:solidFill>
            <a:srgbClr val="E8F4FD"/>
          </a:solidFill>
          <a:ln w="12700">
            <a:solidFill>
              <a:srgbClr val="00A3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199" name="Text 28"/>
          <p:cNvSpPr/>
          <p:nvPr/>
        </p:nvSpPr>
        <p:spPr>
          <a:xfrm>
            <a:off x="739440" y="3913560"/>
            <a:ext cx="34560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u="none" strike="noStrike">
                <a:solidFill>
                  <a:srgbClr val="00A3E0"/>
                </a:solidFill>
                <a:uFillTx/>
                <a:latin typeface="Calibri"/>
                <a:ea typeface="Calibri"/>
              </a:rPr>
              <a:t>Cabs</a:t>
            </a:r>
            <a:endParaRPr lang="en-US" sz="700" b="0" u="none" strike="noStrike">
              <a:solidFill>
                <a:srgbClr val="000000"/>
              </a:solidFill>
              <a:uFillTx/>
              <a:latin typeface="Noto Sans CJK SC"/>
            </a:endParaRPr>
          </a:p>
        </p:txBody>
      </p:sp>
      <p:sp>
        <p:nvSpPr>
          <p:cNvPr id="200" name="Shape 29"/>
          <p:cNvSpPr/>
          <p:nvPr/>
        </p:nvSpPr>
        <p:spPr>
          <a:xfrm>
            <a:off x="1131120" y="3913560"/>
            <a:ext cx="345600" cy="328320"/>
          </a:xfrm>
          <a:prstGeom prst="rect">
            <a:avLst/>
          </a:prstGeom>
          <a:solidFill>
            <a:srgbClr val="00A3E0"/>
          </a:solidFill>
          <a:ln w="12700">
            <a:solidFill>
              <a:srgbClr val="00A3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201" name="Text 30"/>
          <p:cNvSpPr/>
          <p:nvPr/>
        </p:nvSpPr>
        <p:spPr>
          <a:xfrm>
            <a:off x="1131120" y="3913560"/>
            <a:ext cx="34560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u="none" strike="noStrike">
                <a:solidFill>
                  <a:srgbClr val="FFFFFF"/>
                </a:solidFill>
                <a:uFillTx/>
                <a:latin typeface="Calibri"/>
                <a:ea typeface="Calibri"/>
              </a:rPr>
              <a:t>Route</a:t>
            </a:r>
            <a:endParaRPr lang="en-US" sz="700" b="0" u="none" strike="noStrike">
              <a:solidFill>
                <a:srgbClr val="000000"/>
              </a:solidFill>
              <a:uFillTx/>
              <a:latin typeface="Noto Sans CJK SC"/>
            </a:endParaRPr>
          </a:p>
        </p:txBody>
      </p:sp>
      <p:sp>
        <p:nvSpPr>
          <p:cNvPr id="202" name="Shape 31"/>
          <p:cNvSpPr/>
          <p:nvPr/>
        </p:nvSpPr>
        <p:spPr>
          <a:xfrm>
            <a:off x="1523160" y="3913560"/>
            <a:ext cx="345600" cy="328320"/>
          </a:xfrm>
          <a:prstGeom prst="rect">
            <a:avLst/>
          </a:prstGeom>
          <a:solidFill>
            <a:srgbClr val="E8F4FD"/>
          </a:solidFill>
          <a:ln w="12700">
            <a:solidFill>
              <a:srgbClr val="00A3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203" name="Text 32"/>
          <p:cNvSpPr/>
          <p:nvPr/>
        </p:nvSpPr>
        <p:spPr>
          <a:xfrm>
            <a:off x="1523160" y="3913560"/>
            <a:ext cx="34560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u="none" strike="noStrike">
                <a:solidFill>
                  <a:srgbClr val="00A3E0"/>
                </a:solidFill>
                <a:uFillTx/>
                <a:latin typeface="Calibri"/>
                <a:ea typeface="Calibri"/>
              </a:rPr>
              <a:t>Search</a:t>
            </a:r>
            <a:endParaRPr lang="en-US" sz="700" b="0" u="none" strike="noStrike">
              <a:solidFill>
                <a:srgbClr val="000000"/>
              </a:solidFill>
              <a:uFillTx/>
              <a:latin typeface="Noto Sans CJK SC"/>
            </a:endParaRPr>
          </a:p>
        </p:txBody>
      </p:sp>
      <p:sp>
        <p:nvSpPr>
          <p:cNvPr id="204" name="Shape 33"/>
          <p:cNvSpPr/>
          <p:nvPr/>
        </p:nvSpPr>
        <p:spPr>
          <a:xfrm>
            <a:off x="1914840" y="3913560"/>
            <a:ext cx="345600" cy="328320"/>
          </a:xfrm>
          <a:prstGeom prst="rect">
            <a:avLst/>
          </a:prstGeom>
          <a:solidFill>
            <a:srgbClr val="00A3E0"/>
          </a:solidFill>
          <a:ln w="12700">
            <a:solidFill>
              <a:srgbClr val="00A3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205" name="Text 34"/>
          <p:cNvSpPr/>
          <p:nvPr/>
        </p:nvSpPr>
        <p:spPr>
          <a:xfrm>
            <a:off x="1914840" y="3913560"/>
            <a:ext cx="34560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u="none" strike="noStrike">
                <a:solidFill>
                  <a:srgbClr val="FFFFFF"/>
                </a:solidFill>
                <a:uFillTx/>
                <a:latin typeface="Calibri"/>
                <a:ea typeface="Calibri"/>
              </a:rPr>
              <a:t>Select Cab</a:t>
            </a:r>
            <a:endParaRPr lang="en-US" sz="700" b="0" u="none" strike="noStrike">
              <a:solidFill>
                <a:srgbClr val="000000"/>
              </a:solidFill>
              <a:uFillTx/>
              <a:latin typeface="Noto Sans CJK SC"/>
            </a:endParaRPr>
          </a:p>
        </p:txBody>
      </p:sp>
      <p:sp>
        <p:nvSpPr>
          <p:cNvPr id="206" name="Shape 35"/>
          <p:cNvSpPr/>
          <p:nvPr/>
        </p:nvSpPr>
        <p:spPr>
          <a:xfrm>
            <a:off x="2306880" y="3913560"/>
            <a:ext cx="345600" cy="328320"/>
          </a:xfrm>
          <a:prstGeom prst="rect">
            <a:avLst/>
          </a:prstGeom>
          <a:solidFill>
            <a:srgbClr val="E8F4FD"/>
          </a:solidFill>
          <a:ln w="12700">
            <a:solidFill>
              <a:srgbClr val="00A3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207" name="Text 36"/>
          <p:cNvSpPr/>
          <p:nvPr/>
        </p:nvSpPr>
        <p:spPr>
          <a:xfrm>
            <a:off x="2306880" y="3913560"/>
            <a:ext cx="34560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u="none" strike="noStrike">
                <a:solidFill>
                  <a:srgbClr val="00A3E0"/>
                </a:solidFill>
                <a:uFillTx/>
                <a:latin typeface="Calibri"/>
                <a:ea typeface="Calibri"/>
              </a:rPr>
              <a:t>Review</a:t>
            </a:r>
            <a:endParaRPr lang="en-US" sz="700" b="0" u="none" strike="noStrike">
              <a:solidFill>
                <a:srgbClr val="000000"/>
              </a:solidFill>
              <a:uFillTx/>
              <a:latin typeface="Noto Sans CJK SC"/>
            </a:endParaRPr>
          </a:p>
        </p:txBody>
      </p:sp>
      <p:sp>
        <p:nvSpPr>
          <p:cNvPr id="208" name="Shape 37"/>
          <p:cNvSpPr/>
          <p:nvPr/>
        </p:nvSpPr>
        <p:spPr>
          <a:xfrm>
            <a:off x="2698920" y="3913560"/>
            <a:ext cx="345600" cy="328320"/>
          </a:xfrm>
          <a:prstGeom prst="rect">
            <a:avLst/>
          </a:prstGeom>
          <a:solidFill>
            <a:srgbClr val="00A3E0"/>
          </a:solidFill>
          <a:ln w="12700">
            <a:solidFill>
              <a:srgbClr val="00A3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209" name="Text 38"/>
          <p:cNvSpPr/>
          <p:nvPr/>
        </p:nvSpPr>
        <p:spPr>
          <a:xfrm>
            <a:off x="2698920" y="3913560"/>
            <a:ext cx="34560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u="none" strike="noStrike">
                <a:solidFill>
                  <a:srgbClr val="FFFFFF"/>
                </a:solidFill>
                <a:uFillTx/>
                <a:latin typeface="Calibri"/>
                <a:ea typeface="Calibri"/>
              </a:rPr>
              <a:t>UPI QR</a:t>
            </a:r>
            <a:endParaRPr lang="en-US" sz="700" b="0" u="none" strike="noStrike">
              <a:solidFill>
                <a:srgbClr val="000000"/>
              </a:solidFill>
              <a:uFillTx/>
              <a:latin typeface="Noto Sans CJK SC"/>
            </a:endParaRPr>
          </a:p>
        </p:txBody>
      </p:sp>
      <p:sp>
        <p:nvSpPr>
          <p:cNvPr id="210" name="Shape 39"/>
          <p:cNvSpPr/>
          <p:nvPr/>
        </p:nvSpPr>
        <p:spPr>
          <a:xfrm>
            <a:off x="3520440" y="1078920"/>
            <a:ext cx="2788200" cy="255240"/>
          </a:xfrm>
          <a:prstGeom prst="rect">
            <a:avLst/>
          </a:prstGeom>
          <a:solidFill>
            <a:srgbClr val="00A3E0"/>
          </a:solidFill>
          <a:ln w="12700">
            <a:solidFill>
              <a:srgbClr val="00A3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211" name="Text 40"/>
          <p:cNvSpPr/>
          <p:nvPr/>
        </p:nvSpPr>
        <p:spPr>
          <a:xfrm>
            <a:off x="3611880" y="1078920"/>
            <a:ext cx="260532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a:solidFill>
                  <a:srgbClr val="FFFFFF"/>
                </a:solidFill>
                <a:uFillTx/>
                <a:latin typeface="Calibri"/>
                <a:ea typeface="Calibri"/>
              </a:rPr>
              <a:t>SELENIUM AUTOMATION</a:t>
            </a:r>
            <a:endParaRPr lang="en-US" sz="900" b="0" u="none" strike="noStrike">
              <a:solidFill>
                <a:srgbClr val="000000"/>
              </a:solidFill>
              <a:uFillTx/>
              <a:latin typeface="Noto Sans CJK SC"/>
            </a:endParaRPr>
          </a:p>
        </p:txBody>
      </p:sp>
      <p:sp>
        <p:nvSpPr>
          <p:cNvPr id="212" name="Shape 41"/>
          <p:cNvSpPr/>
          <p:nvPr/>
        </p:nvSpPr>
        <p:spPr>
          <a:xfrm>
            <a:off x="3520440" y="1334880"/>
            <a:ext cx="2788200" cy="82224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213" name="Text 42"/>
          <p:cNvSpPr/>
          <p:nvPr/>
        </p:nvSpPr>
        <p:spPr>
          <a:xfrm>
            <a:off x="3611880" y="1371600"/>
            <a:ext cx="2605320" cy="767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850" b="0" u="none" strike="noStrike" dirty="0">
                <a:solidFill>
                  <a:srgbClr val="14375F"/>
                </a:solidFill>
                <a:uFillTx/>
                <a:latin typeface="Calibri"/>
                <a:ea typeface="Calibri"/>
              </a:rPr>
              <a:t>Automates cab booking using Selenium: 11 Pytest POM tests + 8 Behave BDD scenarios. Covers city selection, filters, cab selection, review details, validation, and UPI QR without payment.</a:t>
            </a:r>
            <a:endParaRPr lang="en-US" sz="850" b="0" u="none" strike="noStrike" dirty="0">
              <a:solidFill>
                <a:srgbClr val="000000"/>
              </a:solidFill>
              <a:uFillTx/>
              <a:latin typeface="Noto Sans CJK SC"/>
            </a:endParaRPr>
          </a:p>
        </p:txBody>
      </p:sp>
      <p:sp>
        <p:nvSpPr>
          <p:cNvPr id="214" name="Shape 43"/>
          <p:cNvSpPr/>
          <p:nvPr/>
        </p:nvSpPr>
        <p:spPr>
          <a:xfrm>
            <a:off x="3520440" y="2240280"/>
            <a:ext cx="2788200" cy="255240"/>
          </a:xfrm>
          <a:prstGeom prst="rect">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215" name="Text 44"/>
          <p:cNvSpPr/>
          <p:nvPr/>
        </p:nvSpPr>
        <p:spPr>
          <a:xfrm>
            <a:off x="3611880" y="2240280"/>
            <a:ext cx="260532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a:solidFill>
                  <a:srgbClr val="FFFFFF"/>
                </a:solidFill>
                <a:uFillTx/>
                <a:latin typeface="Calibri"/>
                <a:ea typeface="Calibri"/>
              </a:rPr>
              <a:t>✓  POSITIVE TEST CASES</a:t>
            </a:r>
            <a:endParaRPr lang="en-US" sz="900" b="0" u="none" strike="noStrike">
              <a:solidFill>
                <a:srgbClr val="000000"/>
              </a:solidFill>
              <a:uFillTx/>
              <a:latin typeface="Noto Sans CJK SC"/>
            </a:endParaRPr>
          </a:p>
        </p:txBody>
      </p:sp>
      <p:sp>
        <p:nvSpPr>
          <p:cNvPr id="216" name="Shape 45"/>
          <p:cNvSpPr/>
          <p:nvPr/>
        </p:nvSpPr>
        <p:spPr>
          <a:xfrm>
            <a:off x="3520440" y="2496240"/>
            <a:ext cx="2788200" cy="69408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dirty="0">
              <a:solidFill>
                <a:srgbClr val="000000"/>
              </a:solidFill>
              <a:uFillTx/>
              <a:latin typeface="Noto Sans CJK SC"/>
            </a:endParaRPr>
          </a:p>
        </p:txBody>
      </p:sp>
      <p:sp>
        <p:nvSpPr>
          <p:cNvPr id="217" name="Text 46"/>
          <p:cNvSpPr/>
          <p:nvPr/>
        </p:nvSpPr>
        <p:spPr>
          <a:xfrm>
            <a:off x="3630240" y="2523600"/>
            <a:ext cx="257796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1. Sedan/Diesel Delhi-Agra filter flow</a:t>
            </a:r>
            <a:endParaRPr lang="en-US" sz="800" b="0" u="none" strike="noStrike">
              <a:solidFill>
                <a:srgbClr val="000000"/>
              </a:solidFill>
              <a:uFillTx/>
              <a:latin typeface="Noto Sans CJK SC"/>
            </a:endParaRPr>
          </a:p>
        </p:txBody>
      </p:sp>
      <p:sp>
        <p:nvSpPr>
          <p:cNvPr id="218" name="Text 47"/>
          <p:cNvSpPr/>
          <p:nvPr/>
        </p:nvSpPr>
        <p:spPr>
          <a:xfrm>
            <a:off x="3630240" y="2688480"/>
            <a:ext cx="257796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dirty="0">
                <a:solidFill>
                  <a:srgbClr val="14375F"/>
                </a:solidFill>
                <a:uFillTx/>
                <a:latin typeface="Calibri"/>
                <a:ea typeface="Calibri"/>
              </a:rPr>
              <a:t>2. SUV/Diesel Mumbai-Pune filter flow</a:t>
            </a:r>
            <a:endParaRPr lang="en-US" sz="800" b="0" u="none" strike="noStrike" dirty="0">
              <a:solidFill>
                <a:srgbClr val="000000"/>
              </a:solidFill>
              <a:uFillTx/>
              <a:latin typeface="Noto Sans CJK SC"/>
            </a:endParaRPr>
          </a:p>
        </p:txBody>
      </p:sp>
      <p:sp>
        <p:nvSpPr>
          <p:cNvPr id="219" name="Text 48"/>
          <p:cNvSpPr/>
          <p:nvPr/>
        </p:nvSpPr>
        <p:spPr>
          <a:xfrm>
            <a:off x="3630240" y="2853000"/>
            <a:ext cx="257796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3. Electric Bangalore-Mysuru filter flow</a:t>
            </a:r>
            <a:endParaRPr lang="en-US" sz="800" b="0" u="none" strike="noStrike">
              <a:solidFill>
                <a:srgbClr val="000000"/>
              </a:solidFill>
              <a:uFillTx/>
              <a:latin typeface="Noto Sans CJK SC"/>
            </a:endParaRPr>
          </a:p>
        </p:txBody>
      </p:sp>
      <p:sp>
        <p:nvSpPr>
          <p:cNvPr id="220" name="Text 49"/>
          <p:cNvSpPr/>
          <p:nvPr/>
        </p:nvSpPr>
        <p:spPr>
          <a:xfrm>
            <a:off x="3630240" y="3017520"/>
            <a:ext cx="257796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dirty="0">
                <a:solidFill>
                  <a:srgbClr val="14375F"/>
                </a:solidFill>
                <a:uFillTx/>
                <a:latin typeface="Calibri"/>
                <a:ea typeface="Calibri"/>
              </a:rPr>
              <a:t>4. Petrol/Innova + AC Sedan review checks</a:t>
            </a:r>
            <a:endParaRPr lang="en-US" sz="800" b="0" u="none" strike="noStrike" dirty="0">
              <a:solidFill>
                <a:srgbClr val="000000"/>
              </a:solidFill>
              <a:uFillTx/>
              <a:latin typeface="Noto Sans CJK SC"/>
            </a:endParaRPr>
          </a:p>
        </p:txBody>
      </p:sp>
      <p:sp>
        <p:nvSpPr>
          <p:cNvPr id="221" name="Shape 50"/>
          <p:cNvSpPr/>
          <p:nvPr/>
        </p:nvSpPr>
        <p:spPr>
          <a:xfrm>
            <a:off x="3520440" y="3255120"/>
            <a:ext cx="2788200" cy="255240"/>
          </a:xfrm>
          <a:prstGeom prst="rect">
            <a:avLst/>
          </a:prstGeom>
          <a:solidFill>
            <a:srgbClr val="F05A28"/>
          </a:solidFill>
          <a:ln w="12700">
            <a:solidFill>
              <a:srgbClr val="F05A2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222" name="Text 51"/>
          <p:cNvSpPr/>
          <p:nvPr/>
        </p:nvSpPr>
        <p:spPr>
          <a:xfrm>
            <a:off x="3611880" y="3255120"/>
            <a:ext cx="260532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a:solidFill>
                  <a:srgbClr val="FFFFFF"/>
                </a:solidFill>
                <a:uFillTx/>
                <a:latin typeface="Calibri"/>
                <a:ea typeface="Calibri"/>
              </a:rPr>
              <a:t>✗  NEGATIVE TEST CASES</a:t>
            </a:r>
            <a:endParaRPr lang="en-US" sz="900" b="0" u="none" strike="noStrike">
              <a:solidFill>
                <a:srgbClr val="000000"/>
              </a:solidFill>
              <a:uFillTx/>
              <a:latin typeface="Noto Sans CJK SC"/>
            </a:endParaRPr>
          </a:p>
        </p:txBody>
      </p:sp>
      <p:sp>
        <p:nvSpPr>
          <p:cNvPr id="223" name="Shape 52"/>
          <p:cNvSpPr/>
          <p:nvPr/>
        </p:nvSpPr>
        <p:spPr>
          <a:xfrm>
            <a:off x="3520440" y="3511440"/>
            <a:ext cx="2788200" cy="45648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224" name="Text 53"/>
          <p:cNvSpPr/>
          <p:nvPr/>
        </p:nvSpPr>
        <p:spPr>
          <a:xfrm>
            <a:off x="3630240" y="3538800"/>
            <a:ext cx="257796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1. Missing drop city blocked</a:t>
            </a:r>
            <a:endParaRPr lang="en-US" sz="800" b="0" u="none" strike="noStrike">
              <a:solidFill>
                <a:srgbClr val="000000"/>
              </a:solidFill>
              <a:uFillTx/>
              <a:latin typeface="Noto Sans CJK SC"/>
            </a:endParaRPr>
          </a:p>
        </p:txBody>
      </p:sp>
      <p:sp>
        <p:nvSpPr>
          <p:cNvPr id="225" name="Text 54"/>
          <p:cNvSpPr/>
          <p:nvPr/>
        </p:nvSpPr>
        <p:spPr>
          <a:xfrm>
            <a:off x="3630240" y="3703320"/>
            <a:ext cx="257796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2. Typed invalid drop city blocked</a:t>
            </a:r>
            <a:endParaRPr lang="en-US" sz="800" b="0" u="none" strike="noStrike">
              <a:solidFill>
                <a:srgbClr val="000000"/>
              </a:solidFill>
              <a:uFillTx/>
              <a:latin typeface="Noto Sans CJK SC"/>
            </a:endParaRPr>
          </a:p>
        </p:txBody>
      </p:sp>
      <p:sp>
        <p:nvSpPr>
          <p:cNvPr id="226" name="Shape 55"/>
          <p:cNvSpPr/>
          <p:nvPr/>
        </p:nvSpPr>
        <p:spPr>
          <a:xfrm>
            <a:off x="6464880" y="1078920"/>
            <a:ext cx="2605320" cy="255240"/>
          </a:xfrm>
          <a:prstGeom prst="rect">
            <a:avLst/>
          </a:prstGeom>
          <a:solidFill>
            <a:srgbClr val="1A2E44"/>
          </a:solidFill>
          <a:ln w="12700">
            <a:solidFill>
              <a:srgbClr val="1A2E4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227" name="Text 56"/>
          <p:cNvSpPr/>
          <p:nvPr/>
        </p:nvSpPr>
        <p:spPr>
          <a:xfrm>
            <a:off x="6556320" y="1078920"/>
            <a:ext cx="242244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a:solidFill>
                  <a:srgbClr val="FFFFFF"/>
                </a:solidFill>
                <a:uFillTx/>
                <a:latin typeface="Calibri"/>
                <a:ea typeface="Calibri"/>
              </a:rPr>
              <a:t>BDD AUTOMATION</a:t>
            </a:r>
            <a:endParaRPr lang="en-US" sz="900" b="0" u="none" strike="noStrike">
              <a:solidFill>
                <a:srgbClr val="000000"/>
              </a:solidFill>
              <a:uFillTx/>
              <a:latin typeface="Noto Sans CJK SC"/>
            </a:endParaRPr>
          </a:p>
        </p:txBody>
      </p:sp>
      <p:sp>
        <p:nvSpPr>
          <p:cNvPr id="228" name="Shape 57"/>
          <p:cNvSpPr/>
          <p:nvPr/>
        </p:nvSpPr>
        <p:spPr>
          <a:xfrm>
            <a:off x="6464880" y="1334880"/>
            <a:ext cx="2605320" cy="74916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229" name="Text 58"/>
          <p:cNvSpPr/>
          <p:nvPr/>
        </p:nvSpPr>
        <p:spPr>
          <a:xfrm>
            <a:off x="6556320" y="1371600"/>
            <a:ext cx="2422440" cy="694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50" b="0" u="none" strike="noStrike">
                <a:solidFill>
                  <a:srgbClr val="14375F"/>
                </a:solidFill>
                <a:uFillTx/>
                <a:latin typeface="Calibri"/>
                <a:ea typeface="Calibri"/>
              </a:rPr>
              <a:t>BDD covers 5 positive scenarios, 2 negative validations, and 1 E2E UPI QR flow. Hooks attach step logs and screenshots to Allure.</a:t>
            </a:r>
            <a:endParaRPr lang="en-US" sz="850" b="0" u="none" strike="noStrike">
              <a:solidFill>
                <a:srgbClr val="000000"/>
              </a:solidFill>
              <a:uFillTx/>
              <a:latin typeface="Noto Sans CJK SC"/>
            </a:endParaRPr>
          </a:p>
        </p:txBody>
      </p:sp>
      <p:sp>
        <p:nvSpPr>
          <p:cNvPr id="230" name="Shape 59"/>
          <p:cNvSpPr/>
          <p:nvPr/>
        </p:nvSpPr>
        <p:spPr>
          <a:xfrm>
            <a:off x="6464880" y="2157840"/>
            <a:ext cx="2605320" cy="227880"/>
          </a:xfrm>
          <a:prstGeom prst="rect">
            <a:avLst/>
          </a:prstGeom>
          <a:solidFill>
            <a:srgbClr val="1A2E44"/>
          </a:solidFill>
          <a:ln w="12700">
            <a:solidFill>
              <a:srgbClr val="1A2E4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231" name="Text 60"/>
          <p:cNvSpPr/>
          <p:nvPr/>
        </p:nvSpPr>
        <p:spPr>
          <a:xfrm>
            <a:off x="6556320" y="2157840"/>
            <a:ext cx="242244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1" u="none" strike="noStrike">
                <a:solidFill>
                  <a:srgbClr val="00A3E0"/>
                </a:solidFill>
                <a:uFillTx/>
                <a:latin typeface="Calibri"/>
                <a:ea typeface="Calibri"/>
              </a:rPr>
              <a:t>TOOLS USED</a:t>
            </a:r>
            <a:endParaRPr lang="en-US" sz="850" b="0" u="none" strike="noStrike">
              <a:solidFill>
                <a:srgbClr val="000000"/>
              </a:solidFill>
              <a:uFillTx/>
              <a:latin typeface="Noto Sans CJK SC"/>
            </a:endParaRPr>
          </a:p>
        </p:txBody>
      </p:sp>
      <p:sp>
        <p:nvSpPr>
          <p:cNvPr id="232" name="Shape 61"/>
          <p:cNvSpPr/>
          <p:nvPr/>
        </p:nvSpPr>
        <p:spPr>
          <a:xfrm>
            <a:off x="6464880" y="2386440"/>
            <a:ext cx="2605320" cy="74916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233" name="Shape 62"/>
          <p:cNvSpPr/>
          <p:nvPr/>
        </p:nvSpPr>
        <p:spPr>
          <a:xfrm>
            <a:off x="6556320" y="2432160"/>
            <a:ext cx="72360" cy="72360"/>
          </a:xfrm>
          <a:prstGeom prst="ellipse">
            <a:avLst/>
          </a:prstGeom>
          <a:solidFill>
            <a:srgbClr val="00A3E0"/>
          </a:solidFill>
          <a:ln w="12700">
            <a:solidFill>
              <a:srgbClr val="00A3E0"/>
            </a:solidFill>
            <a:round/>
          </a:ln>
        </p:spPr>
        <p:style>
          <a:lnRef idx="0">
            <a:scrgbClr r="0" g="0" b="0"/>
          </a:lnRef>
          <a:fillRef idx="0">
            <a:scrgbClr r="0" g="0" b="0"/>
          </a:fillRef>
          <a:effectRef idx="0">
            <a:scrgbClr r="0" g="0" b="0"/>
          </a:effectRef>
          <a:fontRef idx="minor"/>
        </p:style>
        <p:txBody>
          <a:bodyPr lIns="36000" tIns="6840" rIns="36000" bIns="684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234" name="Text 63"/>
          <p:cNvSpPr/>
          <p:nvPr/>
        </p:nvSpPr>
        <p:spPr>
          <a:xfrm>
            <a:off x="6693480" y="2414160"/>
            <a:ext cx="233100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Selenium WebDriver</a:t>
            </a:r>
            <a:endParaRPr lang="en-US" sz="800" b="0" u="none" strike="noStrike">
              <a:solidFill>
                <a:srgbClr val="000000"/>
              </a:solidFill>
              <a:uFillTx/>
              <a:latin typeface="Noto Sans CJK SC"/>
            </a:endParaRPr>
          </a:p>
        </p:txBody>
      </p:sp>
      <p:sp>
        <p:nvSpPr>
          <p:cNvPr id="235" name="Shape 64"/>
          <p:cNvSpPr/>
          <p:nvPr/>
        </p:nvSpPr>
        <p:spPr>
          <a:xfrm>
            <a:off x="6556320" y="2606040"/>
            <a:ext cx="72360" cy="72360"/>
          </a:xfrm>
          <a:prstGeom prst="ellipse">
            <a:avLst/>
          </a:prstGeom>
          <a:solidFill>
            <a:srgbClr val="00A3E0"/>
          </a:solidFill>
          <a:ln w="12700">
            <a:solidFill>
              <a:srgbClr val="00A3E0"/>
            </a:solidFill>
            <a:round/>
          </a:ln>
        </p:spPr>
        <p:style>
          <a:lnRef idx="0">
            <a:scrgbClr r="0" g="0" b="0"/>
          </a:lnRef>
          <a:fillRef idx="0">
            <a:scrgbClr r="0" g="0" b="0"/>
          </a:fillRef>
          <a:effectRef idx="0">
            <a:scrgbClr r="0" g="0" b="0"/>
          </a:effectRef>
          <a:fontRef idx="minor"/>
        </p:style>
        <p:txBody>
          <a:bodyPr lIns="36000" tIns="6840" rIns="36000" bIns="684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236" name="Text 65"/>
          <p:cNvSpPr/>
          <p:nvPr/>
        </p:nvSpPr>
        <p:spPr>
          <a:xfrm>
            <a:off x="6693480" y="2587680"/>
            <a:ext cx="233100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dirty="0">
                <a:solidFill>
                  <a:srgbClr val="14375F"/>
                </a:solidFill>
                <a:uFillTx/>
                <a:latin typeface="Calibri"/>
                <a:ea typeface="Calibri"/>
              </a:rPr>
              <a:t>Pytest POM</a:t>
            </a:r>
            <a:endParaRPr lang="en-US" sz="800" b="0" u="none" strike="noStrike" dirty="0">
              <a:solidFill>
                <a:srgbClr val="000000"/>
              </a:solidFill>
              <a:uFillTx/>
              <a:latin typeface="Noto Sans CJK SC"/>
            </a:endParaRPr>
          </a:p>
        </p:txBody>
      </p:sp>
      <p:sp>
        <p:nvSpPr>
          <p:cNvPr id="237" name="Shape 66"/>
          <p:cNvSpPr/>
          <p:nvPr/>
        </p:nvSpPr>
        <p:spPr>
          <a:xfrm>
            <a:off x="6556320" y="2779920"/>
            <a:ext cx="72360" cy="72360"/>
          </a:xfrm>
          <a:prstGeom prst="ellipse">
            <a:avLst/>
          </a:prstGeom>
          <a:solidFill>
            <a:srgbClr val="00A3E0"/>
          </a:solidFill>
          <a:ln w="12700">
            <a:solidFill>
              <a:srgbClr val="00A3E0"/>
            </a:solidFill>
            <a:round/>
          </a:ln>
        </p:spPr>
        <p:style>
          <a:lnRef idx="0">
            <a:scrgbClr r="0" g="0" b="0"/>
          </a:lnRef>
          <a:fillRef idx="0">
            <a:scrgbClr r="0" g="0" b="0"/>
          </a:fillRef>
          <a:effectRef idx="0">
            <a:scrgbClr r="0" g="0" b="0"/>
          </a:effectRef>
          <a:fontRef idx="minor"/>
        </p:style>
        <p:txBody>
          <a:bodyPr lIns="36000" tIns="6840" rIns="36000" bIns="684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238" name="Text 67"/>
          <p:cNvSpPr/>
          <p:nvPr/>
        </p:nvSpPr>
        <p:spPr>
          <a:xfrm>
            <a:off x="6693480" y="2761560"/>
            <a:ext cx="233100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Behave BDD</a:t>
            </a:r>
            <a:endParaRPr lang="en-US" sz="800" b="0" u="none" strike="noStrike">
              <a:solidFill>
                <a:srgbClr val="000000"/>
              </a:solidFill>
              <a:uFillTx/>
              <a:latin typeface="Noto Sans CJK SC"/>
            </a:endParaRPr>
          </a:p>
        </p:txBody>
      </p:sp>
      <p:sp>
        <p:nvSpPr>
          <p:cNvPr id="239" name="Shape 68"/>
          <p:cNvSpPr/>
          <p:nvPr/>
        </p:nvSpPr>
        <p:spPr>
          <a:xfrm>
            <a:off x="6556320" y="2953440"/>
            <a:ext cx="72360" cy="72360"/>
          </a:xfrm>
          <a:prstGeom prst="ellipse">
            <a:avLst/>
          </a:prstGeom>
          <a:solidFill>
            <a:srgbClr val="00A3E0"/>
          </a:solidFill>
          <a:ln w="12700">
            <a:solidFill>
              <a:srgbClr val="00A3E0"/>
            </a:solidFill>
            <a:round/>
          </a:ln>
        </p:spPr>
        <p:style>
          <a:lnRef idx="0">
            <a:scrgbClr r="0" g="0" b="0"/>
          </a:lnRef>
          <a:fillRef idx="0">
            <a:scrgbClr r="0" g="0" b="0"/>
          </a:fillRef>
          <a:effectRef idx="0">
            <a:scrgbClr r="0" g="0" b="0"/>
          </a:effectRef>
          <a:fontRef idx="minor"/>
        </p:style>
        <p:txBody>
          <a:bodyPr lIns="36000" tIns="6840" rIns="36000" bIns="684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240" name="Text 69"/>
          <p:cNvSpPr/>
          <p:nvPr/>
        </p:nvSpPr>
        <p:spPr>
          <a:xfrm>
            <a:off x="6693480" y="2935080"/>
            <a:ext cx="233100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Allure + HTML/JUnit Reports</a:t>
            </a:r>
            <a:endParaRPr lang="en-US" sz="800" b="0" u="none" strike="noStrike">
              <a:solidFill>
                <a:srgbClr val="000000"/>
              </a:solidFill>
              <a:uFillTx/>
              <a:latin typeface="Noto Sans CJK SC"/>
            </a:endParaRPr>
          </a:p>
        </p:txBody>
      </p:sp>
      <p:sp>
        <p:nvSpPr>
          <p:cNvPr id="241" name="Shape 70"/>
          <p:cNvSpPr/>
          <p:nvPr/>
        </p:nvSpPr>
        <p:spPr>
          <a:xfrm>
            <a:off x="6464880" y="3209400"/>
            <a:ext cx="2605320" cy="227880"/>
          </a:xfrm>
          <a:prstGeom prst="rect">
            <a:avLst/>
          </a:prstGeom>
          <a:solidFill>
            <a:srgbClr val="00A3E0"/>
          </a:solidFill>
          <a:ln w="12700">
            <a:solidFill>
              <a:srgbClr val="00A3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242" name="Text 71"/>
          <p:cNvSpPr/>
          <p:nvPr/>
        </p:nvSpPr>
        <p:spPr>
          <a:xfrm>
            <a:off x="6556320" y="3209400"/>
            <a:ext cx="242244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1" u="none" strike="noStrike">
                <a:solidFill>
                  <a:srgbClr val="FFFFFF"/>
                </a:solidFill>
                <a:uFillTx/>
                <a:latin typeface="Calibri"/>
                <a:ea typeface="Calibri"/>
              </a:rPr>
              <a:t>VALIDATED AREAS</a:t>
            </a:r>
            <a:endParaRPr lang="en-US" sz="850" b="0" u="none" strike="noStrike">
              <a:solidFill>
                <a:srgbClr val="000000"/>
              </a:solidFill>
              <a:uFillTx/>
              <a:latin typeface="Noto Sans CJK SC"/>
            </a:endParaRPr>
          </a:p>
        </p:txBody>
      </p:sp>
      <p:sp>
        <p:nvSpPr>
          <p:cNvPr id="243" name="Shape 72"/>
          <p:cNvSpPr/>
          <p:nvPr/>
        </p:nvSpPr>
        <p:spPr>
          <a:xfrm>
            <a:off x="6464880" y="3438000"/>
            <a:ext cx="2605320" cy="74916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244" name="Shape 73"/>
          <p:cNvSpPr/>
          <p:nvPr/>
        </p:nvSpPr>
        <p:spPr>
          <a:xfrm>
            <a:off x="6556320" y="3483720"/>
            <a:ext cx="72360" cy="72360"/>
          </a:xfrm>
          <a:prstGeom prst="ellipse">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36000" tIns="6840" rIns="36000" bIns="684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245" name="Text 74"/>
          <p:cNvSpPr/>
          <p:nvPr/>
        </p:nvSpPr>
        <p:spPr>
          <a:xfrm>
            <a:off x="6693480" y="3465720"/>
            <a:ext cx="233100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Search + filter flows</a:t>
            </a:r>
            <a:endParaRPr lang="en-US" sz="800" b="0" u="none" strike="noStrike">
              <a:solidFill>
                <a:srgbClr val="000000"/>
              </a:solidFill>
              <a:uFillTx/>
              <a:latin typeface="Noto Sans CJK SC"/>
            </a:endParaRPr>
          </a:p>
        </p:txBody>
      </p:sp>
      <p:sp>
        <p:nvSpPr>
          <p:cNvPr id="246" name="Shape 75"/>
          <p:cNvSpPr/>
          <p:nvPr/>
        </p:nvSpPr>
        <p:spPr>
          <a:xfrm>
            <a:off x="6556320" y="3657600"/>
            <a:ext cx="72360" cy="72360"/>
          </a:xfrm>
          <a:prstGeom prst="ellipse">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36000" tIns="6840" rIns="36000" bIns="684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247" name="Text 76"/>
          <p:cNvSpPr/>
          <p:nvPr/>
        </p:nvSpPr>
        <p:spPr>
          <a:xfrm>
            <a:off x="6693480" y="3639240"/>
            <a:ext cx="233100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Negative validations</a:t>
            </a:r>
            <a:endParaRPr lang="en-US" sz="800" b="0" u="none" strike="noStrike">
              <a:solidFill>
                <a:srgbClr val="000000"/>
              </a:solidFill>
              <a:uFillTx/>
              <a:latin typeface="Noto Sans CJK SC"/>
            </a:endParaRPr>
          </a:p>
        </p:txBody>
      </p:sp>
      <p:sp>
        <p:nvSpPr>
          <p:cNvPr id="248" name="Shape 77"/>
          <p:cNvSpPr/>
          <p:nvPr/>
        </p:nvSpPr>
        <p:spPr>
          <a:xfrm>
            <a:off x="6556320" y="3831480"/>
            <a:ext cx="72360" cy="72360"/>
          </a:xfrm>
          <a:prstGeom prst="ellipse">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36000" tIns="6840" rIns="36000" bIns="684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249" name="Text 78"/>
          <p:cNvSpPr/>
          <p:nvPr/>
        </p:nvSpPr>
        <p:spPr>
          <a:xfrm>
            <a:off x="6693480" y="3813120"/>
            <a:ext cx="233100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Review details</a:t>
            </a:r>
            <a:endParaRPr lang="en-US" sz="800" b="0" u="none" strike="noStrike">
              <a:solidFill>
                <a:srgbClr val="000000"/>
              </a:solidFill>
              <a:uFillTx/>
              <a:latin typeface="Noto Sans CJK SC"/>
            </a:endParaRPr>
          </a:p>
        </p:txBody>
      </p:sp>
      <p:sp>
        <p:nvSpPr>
          <p:cNvPr id="250" name="Shape 79"/>
          <p:cNvSpPr/>
          <p:nvPr/>
        </p:nvSpPr>
        <p:spPr>
          <a:xfrm>
            <a:off x="6556320" y="4005000"/>
            <a:ext cx="72360" cy="72360"/>
          </a:xfrm>
          <a:prstGeom prst="ellipse">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36000" tIns="6840" rIns="36000" bIns="684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251" name="Text 80"/>
          <p:cNvSpPr/>
          <p:nvPr/>
        </p:nvSpPr>
        <p:spPr>
          <a:xfrm>
            <a:off x="6693480" y="3986640"/>
            <a:ext cx="233100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UPI QR, no payment</a:t>
            </a:r>
            <a:endParaRPr lang="en-US" sz="800" b="0" u="none" strike="noStrike">
              <a:solidFill>
                <a:srgbClr val="000000"/>
              </a:solidFill>
              <a:uFillTx/>
              <a:latin typeface="Noto Sans CJK SC"/>
            </a:endParaRPr>
          </a:p>
        </p:txBody>
      </p:sp>
      <p:sp>
        <p:nvSpPr>
          <p:cNvPr id="252" name="Shape 81"/>
          <p:cNvSpPr/>
          <p:nvPr/>
        </p:nvSpPr>
        <p:spPr>
          <a:xfrm>
            <a:off x="347400" y="4316040"/>
            <a:ext cx="8722800" cy="383400"/>
          </a:xfrm>
          <a:prstGeom prst="rect">
            <a:avLst/>
          </a:prstGeom>
          <a:solidFill>
            <a:srgbClr val="EBF4FB"/>
          </a:solidFill>
          <a:ln w="12700">
            <a:solidFill>
              <a:srgbClr val="CBD8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253" name="Text 82"/>
          <p:cNvSpPr/>
          <p:nvPr/>
        </p:nvSpPr>
        <p:spPr>
          <a:xfrm>
            <a:off x="548640" y="4352400"/>
            <a:ext cx="201096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1" u="none" strike="noStrike">
                <a:solidFill>
                  <a:srgbClr val="14375F"/>
                </a:solidFill>
                <a:uFillTx/>
                <a:latin typeface="Calibri"/>
                <a:ea typeface="Calibri"/>
              </a:rPr>
              <a:t>OS: Windows 11</a:t>
            </a:r>
            <a:endParaRPr lang="en-US" sz="900" b="0" u="none" strike="noStrike">
              <a:solidFill>
                <a:srgbClr val="000000"/>
              </a:solidFill>
              <a:uFillTx/>
              <a:latin typeface="Noto Sans CJK SC"/>
            </a:endParaRPr>
          </a:p>
        </p:txBody>
      </p:sp>
      <p:sp>
        <p:nvSpPr>
          <p:cNvPr id="254" name="Text 83"/>
          <p:cNvSpPr/>
          <p:nvPr/>
        </p:nvSpPr>
        <p:spPr>
          <a:xfrm>
            <a:off x="2697480" y="4352400"/>
            <a:ext cx="201096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a:solidFill>
                  <a:srgbClr val="14375F"/>
                </a:solidFill>
                <a:uFillTx/>
                <a:latin typeface="Calibri"/>
                <a:ea typeface="Calibri"/>
              </a:rPr>
              <a:t>Framework: POM + BDD</a:t>
            </a:r>
            <a:endParaRPr lang="en-US" sz="900" b="0" u="none" strike="noStrike">
              <a:solidFill>
                <a:srgbClr val="000000"/>
              </a:solidFill>
              <a:uFillTx/>
              <a:latin typeface="Noto Sans CJK SC"/>
            </a:endParaRPr>
          </a:p>
        </p:txBody>
      </p:sp>
      <p:sp>
        <p:nvSpPr>
          <p:cNvPr id="255" name="Text 84"/>
          <p:cNvSpPr/>
          <p:nvPr/>
        </p:nvSpPr>
        <p:spPr>
          <a:xfrm>
            <a:off x="4846320" y="4352400"/>
            <a:ext cx="201096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a:solidFill>
                  <a:srgbClr val="14375F"/>
                </a:solidFill>
                <a:uFillTx/>
                <a:latin typeface="Calibri"/>
                <a:ea typeface="Calibri"/>
              </a:rPr>
              <a:t>Logs: Enabled</a:t>
            </a:r>
            <a:endParaRPr lang="en-US" sz="900" b="0" u="none" strike="noStrike">
              <a:solidFill>
                <a:srgbClr val="000000"/>
              </a:solidFill>
              <a:uFillTx/>
              <a:latin typeface="Noto Sans CJK SC"/>
            </a:endParaRPr>
          </a:p>
        </p:txBody>
      </p:sp>
      <p:sp>
        <p:nvSpPr>
          <p:cNvPr id="256" name="Text 85"/>
          <p:cNvSpPr/>
          <p:nvPr/>
        </p:nvSpPr>
        <p:spPr>
          <a:xfrm>
            <a:off x="6995160" y="4352400"/>
            <a:ext cx="201096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a:solidFill>
                  <a:srgbClr val="14375F"/>
                </a:solidFill>
                <a:uFillTx/>
                <a:latin typeface="Calibri"/>
                <a:ea typeface="Calibri"/>
              </a:rPr>
              <a:t>Screenshots: Enabled</a:t>
            </a:r>
            <a:endParaRPr lang="en-US" sz="900" b="0" u="none" strike="noStrike">
              <a:solidFill>
                <a:srgbClr val="000000"/>
              </a:solidFill>
              <a:uFillTx/>
              <a:latin typeface="Noto Sans CJK SC"/>
            </a:endParaRPr>
          </a:p>
        </p:txBody>
      </p:sp>
      <p:sp>
        <p:nvSpPr>
          <p:cNvPr id="257" name="Shape 86"/>
          <p:cNvSpPr/>
          <p:nvPr/>
        </p:nvSpPr>
        <p:spPr>
          <a:xfrm>
            <a:off x="0" y="4818960"/>
            <a:ext cx="9143280" cy="12960"/>
          </a:xfrm>
          <a:prstGeom prst="rect">
            <a:avLst/>
          </a:prstGeom>
          <a:solidFill>
            <a:srgbClr val="CBD8E8"/>
          </a:solidFill>
          <a:ln w="12700">
            <a:solidFill>
              <a:srgbClr val="CBD8E8"/>
            </a:solidFill>
            <a:round/>
          </a:ln>
        </p:spPr>
        <p:style>
          <a:lnRef idx="0">
            <a:scrgbClr r="0" g="0" b="0"/>
          </a:lnRef>
          <a:fillRef idx="0">
            <a:scrgbClr r="0" g="0" b="0"/>
          </a:fillRef>
          <a:effectRef idx="0">
            <a:scrgbClr r="0" g="0" b="0"/>
          </a:effectRef>
          <a:fontRef idx="minor"/>
        </p:style>
        <p:txBody>
          <a:bodyPr lIns="90000" tIns="-31320" rIns="90000" bIns="-3132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258" name="Text 87"/>
          <p:cNvSpPr/>
          <p:nvPr/>
        </p:nvSpPr>
        <p:spPr>
          <a:xfrm>
            <a:off x="320040" y="4846320"/>
            <a:ext cx="640008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50" b="0" u="none" strike="noStrike">
                <a:solidFill>
                  <a:srgbClr val="6B7C93"/>
                </a:solidFill>
                <a:uFillTx/>
                <a:latin typeface="Calibri"/>
                <a:ea typeface="Calibri"/>
              </a:rPr>
              <a:t>Goibibo End-to-End Automation Testing Framework</a:t>
            </a:r>
            <a:endParaRPr lang="en-US" sz="750" b="0" u="none" strike="noStrike">
              <a:solidFill>
                <a:srgbClr val="000000"/>
              </a:solidFill>
              <a:uFillTx/>
              <a:latin typeface="Noto Sans CJK SC"/>
            </a:endParaRPr>
          </a:p>
        </p:txBody>
      </p:sp>
      <p:sp>
        <p:nvSpPr>
          <p:cNvPr id="259" name="Text 88"/>
          <p:cNvSpPr/>
          <p:nvPr/>
        </p:nvSpPr>
        <p:spPr>
          <a:xfrm>
            <a:off x="8503920" y="4827960"/>
            <a:ext cx="50220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900" b="1" u="none" strike="noStrike">
                <a:solidFill>
                  <a:srgbClr val="1677C8"/>
                </a:solidFill>
                <a:uFillTx/>
                <a:latin typeface="Calibri"/>
                <a:ea typeface="Calibri"/>
              </a:rPr>
              <a:t>04</a:t>
            </a:r>
            <a:endParaRPr lang="en-US" sz="900" b="0" u="none" strike="noStrike">
              <a:solidFill>
                <a:srgbClr val="000000"/>
              </a:solidFill>
              <a:uFillTx/>
              <a:latin typeface="Noto Sans CJK SC"/>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60" name="Shape 0"/>
          <p:cNvSpPr/>
          <p:nvPr/>
        </p:nvSpPr>
        <p:spPr>
          <a:xfrm>
            <a:off x="0" y="0"/>
            <a:ext cx="9143280" cy="54000"/>
          </a:xfrm>
          <a:prstGeom prst="rect">
            <a:avLst/>
          </a:prstGeom>
          <a:solidFill>
            <a:srgbClr val="1677C8"/>
          </a:solidFill>
          <a:ln w="12700">
            <a:solidFill>
              <a:srgbClr val="1677C8"/>
            </a:solidFill>
            <a:round/>
          </a:ln>
        </p:spPr>
        <p:style>
          <a:lnRef idx="0">
            <a:scrgbClr r="0" g="0" b="0"/>
          </a:lnRef>
          <a:fillRef idx="0">
            <a:scrgbClr r="0" g="0" b="0"/>
          </a:fillRef>
          <a:effectRef idx="0">
            <a:scrgbClr r="0" g="0" b="0"/>
          </a:effectRef>
          <a:fontRef idx="minor"/>
        </p:style>
        <p:txBody>
          <a:bodyPr lIns="90000" tIns="9720" rIns="90000" bIns="972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261" name="Shape 1"/>
          <p:cNvSpPr/>
          <p:nvPr/>
        </p:nvSpPr>
        <p:spPr>
          <a:xfrm>
            <a:off x="0" y="54720"/>
            <a:ext cx="200520" cy="4745160"/>
          </a:xfrm>
          <a:prstGeom prst="rect">
            <a:avLst/>
          </a:prstGeom>
          <a:solidFill>
            <a:srgbClr val="F05A28"/>
          </a:solidFill>
          <a:ln w="12700">
            <a:solidFill>
              <a:srgbClr val="F05A2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262" name="Text 2"/>
          <p:cNvSpPr/>
          <p:nvPr/>
        </p:nvSpPr>
        <p:spPr>
          <a:xfrm>
            <a:off x="347400" y="128160"/>
            <a:ext cx="274248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1" u="none" strike="noStrike" spc="201">
                <a:solidFill>
                  <a:srgbClr val="F05A28"/>
                </a:solidFill>
                <a:uFillTx/>
                <a:latin typeface="Calibri"/>
                <a:ea typeface="Calibri"/>
              </a:rPr>
              <a:t>MODULE 03</a:t>
            </a:r>
            <a:endParaRPr lang="en-US" sz="800" b="0" u="none" strike="noStrike">
              <a:solidFill>
                <a:srgbClr val="000000"/>
              </a:solidFill>
              <a:uFillTx/>
              <a:latin typeface="Noto Sans CJK SC"/>
            </a:endParaRPr>
          </a:p>
        </p:txBody>
      </p:sp>
      <p:sp>
        <p:nvSpPr>
          <p:cNvPr id="263" name="Text 3"/>
          <p:cNvSpPr/>
          <p:nvPr/>
        </p:nvSpPr>
        <p:spPr>
          <a:xfrm>
            <a:off x="347400" y="329040"/>
            <a:ext cx="8411760" cy="474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000" b="1" u="none" strike="noStrike">
                <a:solidFill>
                  <a:srgbClr val="14375F"/>
                </a:solidFill>
                <a:uFillTx/>
                <a:latin typeface="Calibri"/>
                <a:ea typeface="Calibri"/>
              </a:rPr>
              <a:t>Goibibo Bus Automation</a:t>
            </a:r>
            <a:endParaRPr lang="en-US" sz="2000" b="0" u="none" strike="noStrike">
              <a:solidFill>
                <a:srgbClr val="000000"/>
              </a:solidFill>
              <a:uFillTx/>
              <a:latin typeface="Noto Sans CJK SC"/>
            </a:endParaRPr>
          </a:p>
        </p:txBody>
      </p:sp>
      <p:sp>
        <p:nvSpPr>
          <p:cNvPr id="264" name="Text 4"/>
          <p:cNvSpPr/>
          <p:nvPr/>
        </p:nvSpPr>
        <p:spPr>
          <a:xfrm>
            <a:off x="347400" y="822960"/>
            <a:ext cx="841176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50" b="0" u="none" strike="noStrike">
                <a:solidFill>
                  <a:srgbClr val="6B7C93"/>
                </a:solidFill>
                <a:uFillTx/>
                <a:latin typeface="Calibri"/>
                <a:ea typeface="Calibri"/>
              </a:rPr>
              <a:t>Aditya Pandey  ·  Superset ID: 5097819</a:t>
            </a:r>
            <a:endParaRPr lang="en-US" sz="950" b="0" u="none" strike="noStrike">
              <a:solidFill>
                <a:srgbClr val="000000"/>
              </a:solidFill>
              <a:uFillTx/>
              <a:latin typeface="Noto Sans CJK SC"/>
            </a:endParaRPr>
          </a:p>
        </p:txBody>
      </p:sp>
      <p:sp>
        <p:nvSpPr>
          <p:cNvPr id="265" name="Shape 5"/>
          <p:cNvSpPr/>
          <p:nvPr/>
        </p:nvSpPr>
        <p:spPr>
          <a:xfrm>
            <a:off x="347400" y="1078920"/>
            <a:ext cx="3016800" cy="153540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266" name="Shape 6"/>
          <p:cNvSpPr/>
          <p:nvPr/>
        </p:nvSpPr>
        <p:spPr>
          <a:xfrm>
            <a:off x="347400" y="1078920"/>
            <a:ext cx="45000" cy="1535400"/>
          </a:xfrm>
          <a:prstGeom prst="rect">
            <a:avLst/>
          </a:prstGeom>
          <a:solidFill>
            <a:srgbClr val="F05A28"/>
          </a:solidFill>
          <a:ln w="12700">
            <a:solidFill>
              <a:srgbClr val="F05A28"/>
            </a:solidFill>
            <a:round/>
          </a:ln>
        </p:spPr>
        <p:style>
          <a:lnRef idx="0">
            <a:scrgbClr r="0" g="0" b="0"/>
          </a:lnRef>
          <a:fillRef idx="0">
            <a:scrgbClr r="0" g="0" b="0"/>
          </a:fillRef>
          <a:effectRef idx="0">
            <a:scrgbClr r="0" g="0" b="0"/>
          </a:effectRef>
          <a:fontRef idx="minor"/>
        </p:style>
        <p:txBody>
          <a:bodyPr lIns="22320" tIns="45000" rIns="2232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267" name="Text 7"/>
          <p:cNvSpPr/>
          <p:nvPr/>
        </p:nvSpPr>
        <p:spPr>
          <a:xfrm>
            <a:off x="484560" y="1115640"/>
            <a:ext cx="274248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50" b="1" u="none" strike="noStrike" spc="150">
                <a:solidFill>
                  <a:srgbClr val="F05A28"/>
                </a:solidFill>
                <a:uFillTx/>
                <a:latin typeface="Calibri"/>
                <a:ea typeface="Calibri"/>
              </a:rPr>
              <a:t>PROJECT PROFILE</a:t>
            </a:r>
            <a:endParaRPr lang="en-US" sz="750" b="0" u="none" strike="noStrike">
              <a:solidFill>
                <a:srgbClr val="000000"/>
              </a:solidFill>
              <a:uFillTx/>
              <a:latin typeface="Noto Sans CJK SC"/>
            </a:endParaRPr>
          </a:p>
        </p:txBody>
      </p:sp>
      <p:sp>
        <p:nvSpPr>
          <p:cNvPr id="268" name="Text 8"/>
          <p:cNvSpPr/>
          <p:nvPr/>
        </p:nvSpPr>
        <p:spPr>
          <a:xfrm>
            <a:off x="484560" y="1334880"/>
            <a:ext cx="274248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dirty="0">
                <a:solidFill>
                  <a:srgbClr val="14375F"/>
                </a:solidFill>
                <a:uFillTx/>
                <a:latin typeface="Calibri"/>
                <a:ea typeface="Calibri"/>
              </a:rPr>
              <a:t>Domain: Travel &amp; Booking</a:t>
            </a:r>
            <a:endParaRPr lang="en-US" sz="900" b="0" u="none" strike="noStrike" dirty="0">
              <a:solidFill>
                <a:srgbClr val="000000"/>
              </a:solidFill>
              <a:uFillTx/>
              <a:latin typeface="Noto Sans CJK SC"/>
            </a:endParaRPr>
          </a:p>
        </p:txBody>
      </p:sp>
      <p:sp>
        <p:nvSpPr>
          <p:cNvPr id="269" name="Text 9"/>
          <p:cNvSpPr/>
          <p:nvPr/>
        </p:nvSpPr>
        <p:spPr>
          <a:xfrm>
            <a:off x="484560" y="1554480"/>
            <a:ext cx="274248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a:solidFill>
                  <a:srgbClr val="14375F"/>
                </a:solidFill>
                <a:uFillTx/>
                <a:latin typeface="Calibri"/>
                <a:ea typeface="Calibri"/>
              </a:rPr>
              <a:t>Member: Aditya Pandey</a:t>
            </a:r>
            <a:endParaRPr lang="en-US" sz="900" b="0" u="none" strike="noStrike">
              <a:solidFill>
                <a:srgbClr val="000000"/>
              </a:solidFill>
              <a:uFillTx/>
              <a:latin typeface="Noto Sans CJK SC"/>
            </a:endParaRPr>
          </a:p>
        </p:txBody>
      </p:sp>
      <p:sp>
        <p:nvSpPr>
          <p:cNvPr id="270" name="Text 10"/>
          <p:cNvSpPr/>
          <p:nvPr/>
        </p:nvSpPr>
        <p:spPr>
          <a:xfrm>
            <a:off x="484560" y="1774080"/>
            <a:ext cx="274248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a:solidFill>
                  <a:srgbClr val="14375F"/>
                </a:solidFill>
                <a:uFillTx/>
                <a:latin typeface="Calibri"/>
                <a:ea typeface="Calibri"/>
              </a:rPr>
              <a:t>Superset ID: 5097819</a:t>
            </a:r>
            <a:endParaRPr lang="en-US" sz="900" b="0" u="none" strike="noStrike">
              <a:solidFill>
                <a:srgbClr val="000000"/>
              </a:solidFill>
              <a:uFillTx/>
              <a:latin typeface="Noto Sans CJK SC"/>
            </a:endParaRPr>
          </a:p>
        </p:txBody>
      </p:sp>
      <p:sp>
        <p:nvSpPr>
          <p:cNvPr id="271" name="Text 11"/>
          <p:cNvSpPr/>
          <p:nvPr/>
        </p:nvSpPr>
        <p:spPr>
          <a:xfrm>
            <a:off x="484560" y="1993320"/>
            <a:ext cx="274248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a:solidFill>
                  <a:srgbClr val="14375F"/>
                </a:solidFill>
                <a:uFillTx/>
                <a:latin typeface="Calibri"/>
                <a:ea typeface="Calibri"/>
              </a:rPr>
              <a:t>Framework: Python + Selenium</a:t>
            </a:r>
            <a:endParaRPr lang="en-US" sz="900" b="0" u="none" strike="noStrike">
              <a:solidFill>
                <a:srgbClr val="000000"/>
              </a:solidFill>
              <a:uFillTx/>
              <a:latin typeface="Noto Sans CJK SC"/>
            </a:endParaRPr>
          </a:p>
        </p:txBody>
      </p:sp>
      <p:sp>
        <p:nvSpPr>
          <p:cNvPr id="272" name="Text 12"/>
          <p:cNvSpPr/>
          <p:nvPr/>
        </p:nvSpPr>
        <p:spPr>
          <a:xfrm>
            <a:off x="484560" y="2212920"/>
            <a:ext cx="274248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a:solidFill>
                  <a:srgbClr val="14375F"/>
                </a:solidFill>
                <a:uFillTx/>
                <a:latin typeface="Calibri"/>
                <a:ea typeface="Calibri"/>
              </a:rPr>
              <a:t>Browser: Chrome | OS: Windows 11</a:t>
            </a:r>
            <a:endParaRPr lang="en-US" sz="900" b="0" u="none" strike="noStrike">
              <a:solidFill>
                <a:srgbClr val="000000"/>
              </a:solidFill>
              <a:uFillTx/>
              <a:latin typeface="Noto Sans CJK SC"/>
            </a:endParaRPr>
          </a:p>
        </p:txBody>
      </p:sp>
      <p:sp>
        <p:nvSpPr>
          <p:cNvPr id="273" name="Shape 13"/>
          <p:cNvSpPr/>
          <p:nvPr/>
        </p:nvSpPr>
        <p:spPr>
          <a:xfrm>
            <a:off x="347400" y="2706480"/>
            <a:ext cx="3016800" cy="89532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274" name="Shape 14"/>
          <p:cNvSpPr/>
          <p:nvPr/>
        </p:nvSpPr>
        <p:spPr>
          <a:xfrm>
            <a:off x="347400" y="2706480"/>
            <a:ext cx="45000" cy="895320"/>
          </a:xfrm>
          <a:prstGeom prst="rect">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22320" tIns="45000" rIns="2232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275" name="Text 15"/>
          <p:cNvSpPr/>
          <p:nvPr/>
        </p:nvSpPr>
        <p:spPr>
          <a:xfrm>
            <a:off x="484560" y="2734200"/>
            <a:ext cx="274248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50" b="1" u="none" strike="noStrike" spc="150">
                <a:solidFill>
                  <a:srgbClr val="27AE60"/>
                </a:solidFill>
                <a:uFillTx/>
                <a:latin typeface="Calibri"/>
                <a:ea typeface="Calibri"/>
              </a:rPr>
              <a:t>EXECUTION RESULTS</a:t>
            </a:r>
            <a:endParaRPr lang="en-US" sz="750" b="0" u="none" strike="noStrike">
              <a:solidFill>
                <a:srgbClr val="000000"/>
              </a:solidFill>
              <a:uFillTx/>
              <a:latin typeface="Noto Sans CJK SC"/>
            </a:endParaRPr>
          </a:p>
        </p:txBody>
      </p:sp>
      <p:sp>
        <p:nvSpPr>
          <p:cNvPr id="276" name="Text 16"/>
          <p:cNvSpPr/>
          <p:nvPr/>
        </p:nvSpPr>
        <p:spPr>
          <a:xfrm>
            <a:off x="438840" y="2962800"/>
            <a:ext cx="657720" cy="310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800" b="1" u="none" strike="noStrike">
                <a:solidFill>
                  <a:srgbClr val="1677C8"/>
                </a:solidFill>
                <a:uFillTx/>
                <a:latin typeface="Calibri"/>
                <a:ea typeface="Calibri"/>
              </a:rPr>
              <a:t>8</a:t>
            </a:r>
            <a:endParaRPr lang="en-US" sz="1800" b="0" u="none" strike="noStrike">
              <a:solidFill>
                <a:srgbClr val="000000"/>
              </a:solidFill>
              <a:uFillTx/>
              <a:latin typeface="Noto Sans CJK SC"/>
            </a:endParaRPr>
          </a:p>
        </p:txBody>
      </p:sp>
      <p:sp>
        <p:nvSpPr>
          <p:cNvPr id="277" name="Text 17"/>
          <p:cNvSpPr/>
          <p:nvPr/>
        </p:nvSpPr>
        <p:spPr>
          <a:xfrm>
            <a:off x="438840" y="3273480"/>
            <a:ext cx="65772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700" b="0" u="none" strike="noStrike">
                <a:solidFill>
                  <a:srgbClr val="6B7C93"/>
                </a:solidFill>
                <a:uFillTx/>
                <a:latin typeface="Calibri"/>
                <a:ea typeface="Calibri"/>
              </a:rPr>
              <a:t>TOTAL</a:t>
            </a:r>
            <a:endParaRPr lang="en-US" sz="700" b="0" u="none" strike="noStrike">
              <a:solidFill>
                <a:srgbClr val="000000"/>
              </a:solidFill>
              <a:uFillTx/>
              <a:latin typeface="Noto Sans CJK SC"/>
            </a:endParaRPr>
          </a:p>
        </p:txBody>
      </p:sp>
      <p:sp>
        <p:nvSpPr>
          <p:cNvPr id="278" name="Text 18"/>
          <p:cNvSpPr/>
          <p:nvPr/>
        </p:nvSpPr>
        <p:spPr>
          <a:xfrm>
            <a:off x="1170360" y="2962800"/>
            <a:ext cx="657720" cy="310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800" b="1" u="none" strike="noStrike">
                <a:solidFill>
                  <a:srgbClr val="27AE60"/>
                </a:solidFill>
                <a:uFillTx/>
                <a:latin typeface="Calibri"/>
                <a:ea typeface="Calibri"/>
              </a:rPr>
              <a:t>8</a:t>
            </a:r>
            <a:endParaRPr lang="en-US" sz="1800" b="0" u="none" strike="noStrike">
              <a:solidFill>
                <a:srgbClr val="000000"/>
              </a:solidFill>
              <a:uFillTx/>
              <a:latin typeface="Noto Sans CJK SC"/>
            </a:endParaRPr>
          </a:p>
        </p:txBody>
      </p:sp>
      <p:sp>
        <p:nvSpPr>
          <p:cNvPr id="279" name="Text 19"/>
          <p:cNvSpPr/>
          <p:nvPr/>
        </p:nvSpPr>
        <p:spPr>
          <a:xfrm>
            <a:off x="1170360" y="3273480"/>
            <a:ext cx="65772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700" b="0" u="none" strike="noStrike">
                <a:solidFill>
                  <a:srgbClr val="6B7C93"/>
                </a:solidFill>
                <a:uFillTx/>
                <a:latin typeface="Calibri"/>
                <a:ea typeface="Calibri"/>
              </a:rPr>
              <a:t>PASSED</a:t>
            </a:r>
            <a:endParaRPr lang="en-US" sz="700" b="0" u="none" strike="noStrike">
              <a:solidFill>
                <a:srgbClr val="000000"/>
              </a:solidFill>
              <a:uFillTx/>
              <a:latin typeface="Noto Sans CJK SC"/>
            </a:endParaRPr>
          </a:p>
        </p:txBody>
      </p:sp>
      <p:sp>
        <p:nvSpPr>
          <p:cNvPr id="280" name="Text 20"/>
          <p:cNvSpPr/>
          <p:nvPr/>
        </p:nvSpPr>
        <p:spPr>
          <a:xfrm>
            <a:off x="1901880" y="2962800"/>
            <a:ext cx="657720" cy="310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800" b="1" u="none" strike="noStrike">
                <a:solidFill>
                  <a:srgbClr val="F05A28"/>
                </a:solidFill>
                <a:uFillTx/>
                <a:latin typeface="Calibri"/>
                <a:ea typeface="Calibri"/>
              </a:rPr>
              <a:t>0</a:t>
            </a:r>
            <a:endParaRPr lang="en-US" sz="1800" b="0" u="none" strike="noStrike">
              <a:solidFill>
                <a:srgbClr val="000000"/>
              </a:solidFill>
              <a:uFillTx/>
              <a:latin typeface="Noto Sans CJK SC"/>
            </a:endParaRPr>
          </a:p>
        </p:txBody>
      </p:sp>
      <p:sp>
        <p:nvSpPr>
          <p:cNvPr id="281" name="Text 21"/>
          <p:cNvSpPr/>
          <p:nvPr/>
        </p:nvSpPr>
        <p:spPr>
          <a:xfrm>
            <a:off x="1901880" y="3273480"/>
            <a:ext cx="65772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700" b="0" u="none" strike="noStrike">
                <a:solidFill>
                  <a:srgbClr val="6B7C93"/>
                </a:solidFill>
                <a:uFillTx/>
                <a:latin typeface="Calibri"/>
                <a:ea typeface="Calibri"/>
              </a:rPr>
              <a:t>FAILED</a:t>
            </a:r>
            <a:endParaRPr lang="en-US" sz="700" b="0" u="none" strike="noStrike">
              <a:solidFill>
                <a:srgbClr val="000000"/>
              </a:solidFill>
              <a:uFillTx/>
              <a:latin typeface="Noto Sans CJK SC"/>
            </a:endParaRPr>
          </a:p>
        </p:txBody>
      </p:sp>
      <p:sp>
        <p:nvSpPr>
          <p:cNvPr id="282" name="Text 22"/>
          <p:cNvSpPr/>
          <p:nvPr/>
        </p:nvSpPr>
        <p:spPr>
          <a:xfrm>
            <a:off x="2633400" y="2962800"/>
            <a:ext cx="657720" cy="310320"/>
          </a:xfrm>
          <a:prstGeom prst="rect">
            <a:avLst/>
          </a:prstGeom>
          <a:noFill/>
          <a:ln w="0">
            <a:noFill/>
          </a:ln>
        </p:spPr>
        <p:style>
          <a:lnRef idx="0">
            <a:scrgbClr r="0" g="0" b="0"/>
          </a:lnRef>
          <a:fillRef idx="0">
            <a:scrgbClr r="0" g="0" b="0"/>
          </a:fillRef>
          <a:effectRef idx="0">
            <a:scrgbClr r="0" g="0" b="0"/>
          </a:effectRef>
          <a:fontRef idx="minor"/>
        </p:style>
        <p:txBody>
          <a:bodyPr lIns="36360" tIns="45000" rIns="36360" bIns="45000" anchor="ctr">
            <a:noAutofit/>
          </a:bodyPr>
          <a:lstStyle/>
          <a:p>
            <a:pPr algn="ctr" defTabSz="914400">
              <a:lnSpc>
                <a:spcPct val="100000"/>
              </a:lnSpc>
              <a:tabLst>
                <a:tab pos="0" algn="l"/>
              </a:tabLst>
            </a:pPr>
            <a:r>
              <a:rPr lang="en-US" sz="1800" b="1" u="none" strike="noStrike">
                <a:solidFill>
                  <a:srgbClr val="14375F"/>
                </a:solidFill>
                <a:uFillTx/>
                <a:latin typeface="Calibri"/>
                <a:ea typeface="Calibri"/>
              </a:rPr>
              <a:t>100%</a:t>
            </a:r>
            <a:endParaRPr lang="en-US" sz="1800" b="0" u="none" strike="noStrike">
              <a:solidFill>
                <a:srgbClr val="000000"/>
              </a:solidFill>
              <a:uFillTx/>
              <a:latin typeface="Noto Sans CJK SC"/>
            </a:endParaRPr>
          </a:p>
        </p:txBody>
      </p:sp>
      <p:sp>
        <p:nvSpPr>
          <p:cNvPr id="283" name="Text 23"/>
          <p:cNvSpPr/>
          <p:nvPr/>
        </p:nvSpPr>
        <p:spPr>
          <a:xfrm>
            <a:off x="2633400" y="3273480"/>
            <a:ext cx="65772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700" b="0" u="none" strike="noStrike">
                <a:solidFill>
                  <a:srgbClr val="6B7C93"/>
                </a:solidFill>
                <a:uFillTx/>
                <a:latin typeface="Calibri"/>
                <a:ea typeface="Calibri"/>
              </a:rPr>
              <a:t>RATE</a:t>
            </a:r>
            <a:endParaRPr lang="en-US" sz="700" b="0" u="none" strike="noStrike">
              <a:solidFill>
                <a:srgbClr val="000000"/>
              </a:solidFill>
              <a:uFillTx/>
              <a:latin typeface="Noto Sans CJK SC"/>
            </a:endParaRPr>
          </a:p>
        </p:txBody>
      </p:sp>
      <p:sp>
        <p:nvSpPr>
          <p:cNvPr id="284" name="Text 24"/>
          <p:cNvSpPr/>
          <p:nvPr/>
        </p:nvSpPr>
        <p:spPr>
          <a:xfrm>
            <a:off x="347400" y="3703320"/>
            <a:ext cx="301680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50" b="1" u="none" strike="noStrike" spc="150">
                <a:solidFill>
                  <a:srgbClr val="6B7C93"/>
                </a:solidFill>
                <a:uFillTx/>
                <a:latin typeface="Calibri"/>
                <a:ea typeface="Calibri"/>
              </a:rPr>
              <a:t>MODULE FLOW</a:t>
            </a:r>
            <a:endParaRPr lang="en-US" sz="750" b="0" u="none" strike="noStrike">
              <a:solidFill>
                <a:srgbClr val="000000"/>
              </a:solidFill>
              <a:uFillTx/>
              <a:latin typeface="Noto Sans CJK SC"/>
            </a:endParaRPr>
          </a:p>
        </p:txBody>
      </p:sp>
      <p:sp>
        <p:nvSpPr>
          <p:cNvPr id="285" name="Shape 25"/>
          <p:cNvSpPr/>
          <p:nvPr/>
        </p:nvSpPr>
        <p:spPr>
          <a:xfrm>
            <a:off x="347400" y="3913560"/>
            <a:ext cx="345600" cy="328320"/>
          </a:xfrm>
          <a:prstGeom prst="rect">
            <a:avLst/>
          </a:prstGeom>
          <a:solidFill>
            <a:srgbClr val="F05A28"/>
          </a:solidFill>
          <a:ln w="12700">
            <a:solidFill>
              <a:srgbClr val="F05A2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286" name="Text 26"/>
          <p:cNvSpPr/>
          <p:nvPr/>
        </p:nvSpPr>
        <p:spPr>
          <a:xfrm>
            <a:off x="347400" y="3913560"/>
            <a:ext cx="34560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u="none" strike="noStrike">
                <a:solidFill>
                  <a:srgbClr val="FFFFFF"/>
                </a:solidFill>
                <a:uFillTx/>
                <a:latin typeface="Calibri"/>
                <a:ea typeface="Calibri"/>
              </a:rPr>
              <a:t>Open</a:t>
            </a:r>
            <a:endParaRPr lang="en-US" sz="700" b="0" u="none" strike="noStrike">
              <a:solidFill>
                <a:srgbClr val="000000"/>
              </a:solidFill>
              <a:uFillTx/>
              <a:latin typeface="Noto Sans CJK SC"/>
            </a:endParaRPr>
          </a:p>
        </p:txBody>
      </p:sp>
      <p:sp>
        <p:nvSpPr>
          <p:cNvPr id="287" name="Shape 27"/>
          <p:cNvSpPr/>
          <p:nvPr/>
        </p:nvSpPr>
        <p:spPr>
          <a:xfrm>
            <a:off x="739440" y="3913560"/>
            <a:ext cx="345600" cy="328320"/>
          </a:xfrm>
          <a:prstGeom prst="rect">
            <a:avLst/>
          </a:prstGeom>
          <a:solidFill>
            <a:srgbClr val="E8F4FD"/>
          </a:solidFill>
          <a:ln w="12700">
            <a:solidFill>
              <a:srgbClr val="F05A2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288" name="Text 28"/>
          <p:cNvSpPr/>
          <p:nvPr/>
        </p:nvSpPr>
        <p:spPr>
          <a:xfrm>
            <a:off x="739440" y="3913560"/>
            <a:ext cx="34560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u="none" strike="noStrike">
                <a:solidFill>
                  <a:srgbClr val="F05A28"/>
                </a:solidFill>
                <a:uFillTx/>
                <a:latin typeface="Calibri"/>
                <a:ea typeface="Calibri"/>
              </a:rPr>
              <a:t>Bus</a:t>
            </a:r>
            <a:endParaRPr lang="en-US" sz="700" b="0" u="none" strike="noStrike">
              <a:solidFill>
                <a:srgbClr val="000000"/>
              </a:solidFill>
              <a:uFillTx/>
              <a:latin typeface="Noto Sans CJK SC"/>
            </a:endParaRPr>
          </a:p>
        </p:txBody>
      </p:sp>
      <p:sp>
        <p:nvSpPr>
          <p:cNvPr id="289" name="Shape 29"/>
          <p:cNvSpPr/>
          <p:nvPr/>
        </p:nvSpPr>
        <p:spPr>
          <a:xfrm>
            <a:off x="1131120" y="3913560"/>
            <a:ext cx="345600" cy="328320"/>
          </a:xfrm>
          <a:prstGeom prst="rect">
            <a:avLst/>
          </a:prstGeom>
          <a:solidFill>
            <a:srgbClr val="F05A28"/>
          </a:solidFill>
          <a:ln w="12700">
            <a:solidFill>
              <a:srgbClr val="F05A2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290" name="Text 30"/>
          <p:cNvSpPr/>
          <p:nvPr/>
        </p:nvSpPr>
        <p:spPr>
          <a:xfrm>
            <a:off x="1131120" y="3913560"/>
            <a:ext cx="34560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u="none" strike="noStrike">
                <a:solidFill>
                  <a:srgbClr val="FFFFFF"/>
                </a:solidFill>
                <a:uFillTx/>
                <a:latin typeface="Calibri"/>
                <a:ea typeface="Calibri"/>
              </a:rPr>
              <a:t>Source/Dest</a:t>
            </a:r>
            <a:endParaRPr lang="en-US" sz="700" b="0" u="none" strike="noStrike">
              <a:solidFill>
                <a:srgbClr val="000000"/>
              </a:solidFill>
              <a:uFillTx/>
              <a:latin typeface="Noto Sans CJK SC"/>
            </a:endParaRPr>
          </a:p>
        </p:txBody>
      </p:sp>
      <p:sp>
        <p:nvSpPr>
          <p:cNvPr id="291" name="Shape 31"/>
          <p:cNvSpPr/>
          <p:nvPr/>
        </p:nvSpPr>
        <p:spPr>
          <a:xfrm>
            <a:off x="1523160" y="3913560"/>
            <a:ext cx="345600" cy="328320"/>
          </a:xfrm>
          <a:prstGeom prst="rect">
            <a:avLst/>
          </a:prstGeom>
          <a:solidFill>
            <a:srgbClr val="E8F4FD"/>
          </a:solidFill>
          <a:ln w="12700">
            <a:solidFill>
              <a:srgbClr val="F05A2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292" name="Text 32"/>
          <p:cNvSpPr/>
          <p:nvPr/>
        </p:nvSpPr>
        <p:spPr>
          <a:xfrm>
            <a:off x="1523160" y="3913560"/>
            <a:ext cx="34560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u="none" strike="noStrike">
                <a:solidFill>
                  <a:srgbClr val="F05A28"/>
                </a:solidFill>
                <a:uFillTx/>
                <a:latin typeface="Calibri"/>
                <a:ea typeface="Calibri"/>
              </a:rPr>
              <a:t>Search</a:t>
            </a:r>
            <a:endParaRPr lang="en-US" sz="700" b="0" u="none" strike="noStrike">
              <a:solidFill>
                <a:srgbClr val="000000"/>
              </a:solidFill>
              <a:uFillTx/>
              <a:latin typeface="Noto Sans CJK SC"/>
            </a:endParaRPr>
          </a:p>
        </p:txBody>
      </p:sp>
      <p:sp>
        <p:nvSpPr>
          <p:cNvPr id="293" name="Shape 33"/>
          <p:cNvSpPr/>
          <p:nvPr/>
        </p:nvSpPr>
        <p:spPr>
          <a:xfrm>
            <a:off x="1914840" y="3913560"/>
            <a:ext cx="345600" cy="328320"/>
          </a:xfrm>
          <a:prstGeom prst="rect">
            <a:avLst/>
          </a:prstGeom>
          <a:solidFill>
            <a:srgbClr val="F05A28"/>
          </a:solidFill>
          <a:ln w="12700">
            <a:solidFill>
              <a:srgbClr val="F05A2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294" name="Text 34"/>
          <p:cNvSpPr/>
          <p:nvPr/>
        </p:nvSpPr>
        <p:spPr>
          <a:xfrm>
            <a:off x="1914840" y="3913560"/>
            <a:ext cx="34560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u="none" strike="noStrike">
                <a:solidFill>
                  <a:srgbClr val="FFFFFF"/>
                </a:solidFill>
                <a:uFillTx/>
                <a:latin typeface="Calibri"/>
                <a:ea typeface="Calibri"/>
              </a:rPr>
              <a:t>Seat</a:t>
            </a:r>
            <a:endParaRPr lang="en-US" sz="700" b="0" u="none" strike="noStrike">
              <a:solidFill>
                <a:srgbClr val="000000"/>
              </a:solidFill>
              <a:uFillTx/>
              <a:latin typeface="Noto Sans CJK SC"/>
            </a:endParaRPr>
          </a:p>
        </p:txBody>
      </p:sp>
      <p:sp>
        <p:nvSpPr>
          <p:cNvPr id="295" name="Shape 35"/>
          <p:cNvSpPr/>
          <p:nvPr/>
        </p:nvSpPr>
        <p:spPr>
          <a:xfrm>
            <a:off x="2306880" y="3913560"/>
            <a:ext cx="345600" cy="328320"/>
          </a:xfrm>
          <a:prstGeom prst="rect">
            <a:avLst/>
          </a:prstGeom>
          <a:solidFill>
            <a:srgbClr val="E8F4FD"/>
          </a:solidFill>
          <a:ln w="12700">
            <a:solidFill>
              <a:srgbClr val="F05A2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296" name="Text 36"/>
          <p:cNvSpPr/>
          <p:nvPr/>
        </p:nvSpPr>
        <p:spPr>
          <a:xfrm>
            <a:off x="2306880" y="3913560"/>
            <a:ext cx="34560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u="none" strike="noStrike">
                <a:solidFill>
                  <a:srgbClr val="F05A28"/>
                </a:solidFill>
                <a:uFillTx/>
                <a:latin typeface="Calibri"/>
                <a:ea typeface="Calibri"/>
              </a:rPr>
              <a:t>Booking</a:t>
            </a:r>
            <a:endParaRPr lang="en-US" sz="700" b="0" u="none" strike="noStrike">
              <a:solidFill>
                <a:srgbClr val="000000"/>
              </a:solidFill>
              <a:uFillTx/>
              <a:latin typeface="Noto Sans CJK SC"/>
            </a:endParaRPr>
          </a:p>
        </p:txBody>
      </p:sp>
      <p:sp>
        <p:nvSpPr>
          <p:cNvPr id="297" name="Shape 37"/>
          <p:cNvSpPr/>
          <p:nvPr/>
        </p:nvSpPr>
        <p:spPr>
          <a:xfrm>
            <a:off x="2698920" y="3913560"/>
            <a:ext cx="345600" cy="328320"/>
          </a:xfrm>
          <a:prstGeom prst="rect">
            <a:avLst/>
          </a:prstGeom>
          <a:solidFill>
            <a:srgbClr val="F05A28"/>
          </a:solidFill>
          <a:ln w="12700">
            <a:solidFill>
              <a:srgbClr val="F05A2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298" name="Text 38"/>
          <p:cNvSpPr/>
          <p:nvPr/>
        </p:nvSpPr>
        <p:spPr>
          <a:xfrm>
            <a:off x="2698920" y="3913560"/>
            <a:ext cx="34560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u="none" strike="noStrike">
                <a:solidFill>
                  <a:srgbClr val="FFFFFF"/>
                </a:solidFill>
                <a:uFillTx/>
                <a:latin typeface="Calibri"/>
                <a:ea typeface="Calibri"/>
              </a:rPr>
              <a:t>Payment</a:t>
            </a:r>
            <a:endParaRPr lang="en-US" sz="700" b="0" u="none" strike="noStrike">
              <a:solidFill>
                <a:srgbClr val="000000"/>
              </a:solidFill>
              <a:uFillTx/>
              <a:latin typeface="Noto Sans CJK SC"/>
            </a:endParaRPr>
          </a:p>
        </p:txBody>
      </p:sp>
      <p:sp>
        <p:nvSpPr>
          <p:cNvPr id="299" name="Shape 39"/>
          <p:cNvSpPr/>
          <p:nvPr/>
        </p:nvSpPr>
        <p:spPr>
          <a:xfrm>
            <a:off x="3520440" y="1078920"/>
            <a:ext cx="2788200" cy="255240"/>
          </a:xfrm>
          <a:prstGeom prst="rect">
            <a:avLst/>
          </a:prstGeom>
          <a:solidFill>
            <a:srgbClr val="F05A28"/>
          </a:solidFill>
          <a:ln w="12700">
            <a:solidFill>
              <a:srgbClr val="F05A2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300" name="Text 40"/>
          <p:cNvSpPr/>
          <p:nvPr/>
        </p:nvSpPr>
        <p:spPr>
          <a:xfrm>
            <a:off x="3611880" y="1078920"/>
            <a:ext cx="260532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a:solidFill>
                  <a:srgbClr val="FFFFFF"/>
                </a:solidFill>
                <a:uFillTx/>
                <a:latin typeface="Calibri"/>
                <a:ea typeface="Calibri"/>
              </a:rPr>
              <a:t>SELENIUM AUTOMATION</a:t>
            </a:r>
            <a:endParaRPr lang="en-US" sz="900" b="0" u="none" strike="noStrike">
              <a:solidFill>
                <a:srgbClr val="000000"/>
              </a:solidFill>
              <a:uFillTx/>
              <a:latin typeface="Noto Sans CJK SC"/>
            </a:endParaRPr>
          </a:p>
        </p:txBody>
      </p:sp>
      <p:sp>
        <p:nvSpPr>
          <p:cNvPr id="301" name="Shape 41"/>
          <p:cNvSpPr/>
          <p:nvPr/>
        </p:nvSpPr>
        <p:spPr>
          <a:xfrm>
            <a:off x="3520440" y="1334880"/>
            <a:ext cx="2788200" cy="82224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302" name="Text 42"/>
          <p:cNvSpPr/>
          <p:nvPr/>
        </p:nvSpPr>
        <p:spPr>
          <a:xfrm>
            <a:off x="3611880" y="1371600"/>
            <a:ext cx="2605320" cy="767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850" b="0" u="none" strike="noStrike">
                <a:solidFill>
                  <a:srgbClr val="14375F"/>
                </a:solidFill>
                <a:uFillTx/>
                <a:latin typeface="Calibri"/>
                <a:ea typeface="Calibri"/>
              </a:rPr>
              <a:t>Automates the complete bus booking workflow on Goibibo using Selenium WebDriver with Python. Validates source/destination entry, seat selection, booking navigation, and payment page navigation using POM.</a:t>
            </a:r>
            <a:endParaRPr lang="en-US" sz="850" b="0" u="none" strike="noStrike">
              <a:solidFill>
                <a:srgbClr val="000000"/>
              </a:solidFill>
              <a:uFillTx/>
              <a:latin typeface="Noto Sans CJK SC"/>
            </a:endParaRPr>
          </a:p>
        </p:txBody>
      </p:sp>
      <p:sp>
        <p:nvSpPr>
          <p:cNvPr id="303" name="Shape 43"/>
          <p:cNvSpPr/>
          <p:nvPr/>
        </p:nvSpPr>
        <p:spPr>
          <a:xfrm>
            <a:off x="3520440" y="2240280"/>
            <a:ext cx="2788200" cy="255240"/>
          </a:xfrm>
          <a:prstGeom prst="rect">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304" name="Text 44"/>
          <p:cNvSpPr/>
          <p:nvPr/>
        </p:nvSpPr>
        <p:spPr>
          <a:xfrm>
            <a:off x="3611880" y="2240280"/>
            <a:ext cx="260532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a:solidFill>
                  <a:srgbClr val="FFFFFF"/>
                </a:solidFill>
                <a:uFillTx/>
                <a:latin typeface="Calibri"/>
                <a:ea typeface="Calibri"/>
              </a:rPr>
              <a:t>✓  POSITIVE TEST CASES</a:t>
            </a:r>
            <a:endParaRPr lang="en-US" sz="900" b="0" u="none" strike="noStrike">
              <a:solidFill>
                <a:srgbClr val="000000"/>
              </a:solidFill>
              <a:uFillTx/>
              <a:latin typeface="Noto Sans CJK SC"/>
            </a:endParaRPr>
          </a:p>
        </p:txBody>
      </p:sp>
      <p:sp>
        <p:nvSpPr>
          <p:cNvPr id="305" name="Shape 45"/>
          <p:cNvSpPr/>
          <p:nvPr/>
        </p:nvSpPr>
        <p:spPr>
          <a:xfrm>
            <a:off x="3520440" y="2496240"/>
            <a:ext cx="2788200" cy="69408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306" name="Text 46"/>
          <p:cNvSpPr/>
          <p:nvPr/>
        </p:nvSpPr>
        <p:spPr>
          <a:xfrm>
            <a:off x="3630240" y="2510640"/>
            <a:ext cx="2577960" cy="134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690" b="0" u="none" strike="noStrike">
                <a:solidFill>
                  <a:srgbClr val="14375F"/>
                </a:solidFill>
                <a:uFillTx/>
                <a:latin typeface="Calibri"/>
                <a:ea typeface="Calibri"/>
              </a:rPr>
              <a:t>1. Successful bus search</a:t>
            </a:r>
            <a:endParaRPr lang="en-US" sz="690" b="0" u="none" strike="noStrike">
              <a:solidFill>
                <a:srgbClr val="000000"/>
              </a:solidFill>
              <a:uFillTx/>
              <a:latin typeface="Noto Sans CJK SC"/>
            </a:endParaRPr>
          </a:p>
        </p:txBody>
      </p:sp>
      <p:sp>
        <p:nvSpPr>
          <p:cNvPr id="307" name="Text 47"/>
          <p:cNvSpPr/>
          <p:nvPr/>
        </p:nvSpPr>
        <p:spPr>
          <a:xfrm>
            <a:off x="3630240" y="2646000"/>
            <a:ext cx="2577960" cy="134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690" b="0" u="none" strike="noStrike">
                <a:solidFill>
                  <a:srgbClr val="14375F"/>
                </a:solidFill>
                <a:uFillTx/>
                <a:latin typeface="Calibri"/>
                <a:ea typeface="Calibri"/>
              </a:rPr>
              <a:t>2. Selected AC filter</a:t>
            </a:r>
            <a:endParaRPr lang="en-US" sz="690" b="0" u="none" strike="noStrike">
              <a:solidFill>
                <a:srgbClr val="000000"/>
              </a:solidFill>
              <a:uFillTx/>
              <a:latin typeface="Noto Sans CJK SC"/>
            </a:endParaRPr>
          </a:p>
        </p:txBody>
      </p:sp>
      <p:sp>
        <p:nvSpPr>
          <p:cNvPr id="308" name="Text 48"/>
          <p:cNvSpPr/>
          <p:nvPr/>
        </p:nvSpPr>
        <p:spPr>
          <a:xfrm>
            <a:off x="3630240" y="2781360"/>
            <a:ext cx="2577960" cy="134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690" b="0" u="none" strike="noStrike">
                <a:solidFill>
                  <a:srgbClr val="14375F"/>
                </a:solidFill>
                <a:uFillTx/>
                <a:latin typeface="Calibri"/>
                <a:ea typeface="Calibri"/>
              </a:rPr>
              <a:t>3. Selected Sleeper filter</a:t>
            </a:r>
            <a:endParaRPr lang="en-US" sz="690" b="0" u="none" strike="noStrike">
              <a:solidFill>
                <a:srgbClr val="000000"/>
              </a:solidFill>
              <a:uFillTx/>
              <a:latin typeface="Noto Sans CJK SC"/>
            </a:endParaRPr>
          </a:p>
        </p:txBody>
      </p:sp>
      <p:sp>
        <p:nvSpPr>
          <p:cNvPr id="309" name="Text 49"/>
          <p:cNvSpPr/>
          <p:nvPr/>
        </p:nvSpPr>
        <p:spPr>
          <a:xfrm>
            <a:off x="3630240" y="2916720"/>
            <a:ext cx="2577960" cy="134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690" b="0" u="none" strike="noStrike">
                <a:solidFill>
                  <a:srgbClr val="14375F"/>
                </a:solidFill>
                <a:uFillTx/>
                <a:latin typeface="Calibri"/>
                <a:ea typeface="Calibri"/>
              </a:rPr>
              <a:t>4. Searched bus using Price sorting</a:t>
            </a:r>
            <a:endParaRPr lang="en-US" sz="690" b="0" u="none" strike="noStrike">
              <a:solidFill>
                <a:srgbClr val="000000"/>
              </a:solidFill>
              <a:uFillTx/>
              <a:latin typeface="Noto Sans CJK SC"/>
            </a:endParaRPr>
          </a:p>
        </p:txBody>
      </p:sp>
      <p:sp>
        <p:nvSpPr>
          <p:cNvPr id="310" name="Shape 50"/>
          <p:cNvSpPr/>
          <p:nvPr/>
        </p:nvSpPr>
        <p:spPr>
          <a:xfrm>
            <a:off x="3520440" y="3369600"/>
            <a:ext cx="2788200" cy="255240"/>
          </a:xfrm>
          <a:prstGeom prst="rect">
            <a:avLst/>
          </a:prstGeom>
          <a:solidFill>
            <a:srgbClr val="F05A28"/>
          </a:solidFill>
          <a:ln w="12700">
            <a:solidFill>
              <a:srgbClr val="F05A2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311" name="Text 51"/>
          <p:cNvSpPr/>
          <p:nvPr/>
        </p:nvSpPr>
        <p:spPr>
          <a:xfrm>
            <a:off x="3611880" y="3369600"/>
            <a:ext cx="260532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a:solidFill>
                  <a:srgbClr val="FFFFFF"/>
                </a:solidFill>
                <a:uFillTx/>
                <a:latin typeface="Calibri"/>
                <a:ea typeface="Calibri"/>
              </a:rPr>
              <a:t>✗  NEGATIVE TEST CASES</a:t>
            </a:r>
            <a:endParaRPr lang="en-US" sz="900" b="0" u="none" strike="noStrike">
              <a:solidFill>
                <a:srgbClr val="000000"/>
              </a:solidFill>
              <a:uFillTx/>
              <a:latin typeface="Noto Sans CJK SC"/>
            </a:endParaRPr>
          </a:p>
        </p:txBody>
      </p:sp>
      <p:sp>
        <p:nvSpPr>
          <p:cNvPr id="312" name="Shape 52"/>
          <p:cNvSpPr/>
          <p:nvPr/>
        </p:nvSpPr>
        <p:spPr>
          <a:xfrm>
            <a:off x="3520440" y="3625560"/>
            <a:ext cx="2788200" cy="45648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313" name="Text 53"/>
          <p:cNvSpPr/>
          <p:nvPr/>
        </p:nvSpPr>
        <p:spPr>
          <a:xfrm>
            <a:off x="3630240" y="3652920"/>
            <a:ext cx="257796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1. Invalid route validation</a:t>
            </a:r>
            <a:endParaRPr lang="en-US" sz="800" b="0" u="none" strike="noStrike">
              <a:solidFill>
                <a:srgbClr val="000000"/>
              </a:solidFill>
              <a:uFillTx/>
              <a:latin typeface="Noto Sans CJK SC"/>
            </a:endParaRPr>
          </a:p>
        </p:txBody>
      </p:sp>
      <p:sp>
        <p:nvSpPr>
          <p:cNvPr id="314" name="Text 54"/>
          <p:cNvSpPr/>
          <p:nvPr/>
        </p:nvSpPr>
        <p:spPr>
          <a:xfrm>
            <a:off x="3630240" y="3817800"/>
            <a:ext cx="257796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2. Empty field validation</a:t>
            </a:r>
            <a:endParaRPr lang="en-US" sz="800" b="0" u="none" strike="noStrike">
              <a:solidFill>
                <a:srgbClr val="000000"/>
              </a:solidFill>
              <a:uFillTx/>
              <a:latin typeface="Noto Sans CJK SC"/>
            </a:endParaRPr>
          </a:p>
        </p:txBody>
      </p:sp>
      <p:sp>
        <p:nvSpPr>
          <p:cNvPr id="315" name="Shape 55"/>
          <p:cNvSpPr/>
          <p:nvPr/>
        </p:nvSpPr>
        <p:spPr>
          <a:xfrm>
            <a:off x="6464880" y="1078920"/>
            <a:ext cx="2605320" cy="255240"/>
          </a:xfrm>
          <a:prstGeom prst="rect">
            <a:avLst/>
          </a:prstGeom>
          <a:solidFill>
            <a:srgbClr val="1A2E44"/>
          </a:solidFill>
          <a:ln w="12700">
            <a:solidFill>
              <a:srgbClr val="1A2E4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316" name="Text 56"/>
          <p:cNvSpPr/>
          <p:nvPr/>
        </p:nvSpPr>
        <p:spPr>
          <a:xfrm>
            <a:off x="6556320" y="1078920"/>
            <a:ext cx="242244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a:solidFill>
                  <a:srgbClr val="FFFFFF"/>
                </a:solidFill>
                <a:uFillTx/>
                <a:latin typeface="Calibri"/>
                <a:ea typeface="Calibri"/>
              </a:rPr>
              <a:t>BDD AUTOMATION</a:t>
            </a:r>
            <a:endParaRPr lang="en-US" sz="900" b="0" u="none" strike="noStrike">
              <a:solidFill>
                <a:srgbClr val="000000"/>
              </a:solidFill>
              <a:uFillTx/>
              <a:latin typeface="Noto Sans CJK SC"/>
            </a:endParaRPr>
          </a:p>
        </p:txBody>
      </p:sp>
      <p:sp>
        <p:nvSpPr>
          <p:cNvPr id="317" name="Shape 57"/>
          <p:cNvSpPr/>
          <p:nvPr/>
        </p:nvSpPr>
        <p:spPr>
          <a:xfrm>
            <a:off x="6464880" y="1334880"/>
            <a:ext cx="2605320" cy="74916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318" name="Text 58"/>
          <p:cNvSpPr/>
          <p:nvPr/>
        </p:nvSpPr>
        <p:spPr>
          <a:xfrm>
            <a:off x="6556320" y="1371600"/>
            <a:ext cx="2422440" cy="694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50" b="0" u="none" strike="noStrike">
                <a:solidFill>
                  <a:srgbClr val="14375F"/>
                </a:solidFill>
                <a:uFillTx/>
                <a:latin typeface="Calibri"/>
                <a:ea typeface="Calibri"/>
              </a:rPr>
              <a:t>Behave BDD uses Gherkin feature files with Given / When / Then syntax. Scenarios are readable for both technical and non-technical reviewers.</a:t>
            </a:r>
            <a:endParaRPr lang="en-US" sz="850" b="0" u="none" strike="noStrike">
              <a:solidFill>
                <a:srgbClr val="000000"/>
              </a:solidFill>
              <a:uFillTx/>
              <a:latin typeface="Noto Sans CJK SC"/>
            </a:endParaRPr>
          </a:p>
        </p:txBody>
      </p:sp>
      <p:sp>
        <p:nvSpPr>
          <p:cNvPr id="319" name="Shape 59"/>
          <p:cNvSpPr/>
          <p:nvPr/>
        </p:nvSpPr>
        <p:spPr>
          <a:xfrm>
            <a:off x="6464880" y="2157840"/>
            <a:ext cx="2605320" cy="227880"/>
          </a:xfrm>
          <a:prstGeom prst="rect">
            <a:avLst/>
          </a:prstGeom>
          <a:solidFill>
            <a:srgbClr val="1A2E44"/>
          </a:solidFill>
          <a:ln w="12700">
            <a:solidFill>
              <a:srgbClr val="1A2E4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320" name="Text 60"/>
          <p:cNvSpPr/>
          <p:nvPr/>
        </p:nvSpPr>
        <p:spPr>
          <a:xfrm>
            <a:off x="6556320" y="2157840"/>
            <a:ext cx="242244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1" u="none" strike="noStrike">
                <a:solidFill>
                  <a:srgbClr val="00A3E0"/>
                </a:solidFill>
                <a:uFillTx/>
                <a:latin typeface="Calibri"/>
                <a:ea typeface="Calibri"/>
              </a:rPr>
              <a:t>TOOLS USED</a:t>
            </a:r>
            <a:endParaRPr lang="en-US" sz="850" b="0" u="none" strike="noStrike">
              <a:solidFill>
                <a:srgbClr val="000000"/>
              </a:solidFill>
              <a:uFillTx/>
              <a:latin typeface="Noto Sans CJK SC"/>
            </a:endParaRPr>
          </a:p>
        </p:txBody>
      </p:sp>
      <p:sp>
        <p:nvSpPr>
          <p:cNvPr id="321" name="Shape 61"/>
          <p:cNvSpPr/>
          <p:nvPr/>
        </p:nvSpPr>
        <p:spPr>
          <a:xfrm>
            <a:off x="6464880" y="2386440"/>
            <a:ext cx="2605320" cy="74916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322" name="Shape 62"/>
          <p:cNvSpPr/>
          <p:nvPr/>
        </p:nvSpPr>
        <p:spPr>
          <a:xfrm>
            <a:off x="6556320" y="2432160"/>
            <a:ext cx="72360" cy="72360"/>
          </a:xfrm>
          <a:prstGeom prst="ellipse">
            <a:avLst/>
          </a:prstGeom>
          <a:solidFill>
            <a:srgbClr val="F05A28"/>
          </a:solidFill>
          <a:ln w="12700">
            <a:solidFill>
              <a:srgbClr val="F05A28"/>
            </a:solidFill>
            <a:round/>
          </a:ln>
        </p:spPr>
        <p:style>
          <a:lnRef idx="0">
            <a:scrgbClr r="0" g="0" b="0"/>
          </a:lnRef>
          <a:fillRef idx="0">
            <a:scrgbClr r="0" g="0" b="0"/>
          </a:fillRef>
          <a:effectRef idx="0">
            <a:scrgbClr r="0" g="0" b="0"/>
          </a:effectRef>
          <a:fontRef idx="minor"/>
        </p:style>
        <p:txBody>
          <a:bodyPr lIns="36000" tIns="6840" rIns="36000" bIns="684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323" name="Text 63"/>
          <p:cNvSpPr/>
          <p:nvPr/>
        </p:nvSpPr>
        <p:spPr>
          <a:xfrm>
            <a:off x="6693480" y="2414160"/>
            <a:ext cx="233100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Selenium WebDriver</a:t>
            </a:r>
            <a:endParaRPr lang="en-US" sz="800" b="0" u="none" strike="noStrike">
              <a:solidFill>
                <a:srgbClr val="000000"/>
              </a:solidFill>
              <a:uFillTx/>
              <a:latin typeface="Noto Sans CJK SC"/>
            </a:endParaRPr>
          </a:p>
        </p:txBody>
      </p:sp>
      <p:sp>
        <p:nvSpPr>
          <p:cNvPr id="324" name="Shape 64"/>
          <p:cNvSpPr/>
          <p:nvPr/>
        </p:nvSpPr>
        <p:spPr>
          <a:xfrm>
            <a:off x="6556320" y="2606040"/>
            <a:ext cx="72360" cy="72360"/>
          </a:xfrm>
          <a:prstGeom prst="ellipse">
            <a:avLst/>
          </a:prstGeom>
          <a:solidFill>
            <a:srgbClr val="F05A28"/>
          </a:solidFill>
          <a:ln w="12700">
            <a:solidFill>
              <a:srgbClr val="F05A28"/>
            </a:solidFill>
            <a:round/>
          </a:ln>
        </p:spPr>
        <p:style>
          <a:lnRef idx="0">
            <a:scrgbClr r="0" g="0" b="0"/>
          </a:lnRef>
          <a:fillRef idx="0">
            <a:scrgbClr r="0" g="0" b="0"/>
          </a:fillRef>
          <a:effectRef idx="0">
            <a:scrgbClr r="0" g="0" b="0"/>
          </a:effectRef>
          <a:fontRef idx="minor"/>
        </p:style>
        <p:txBody>
          <a:bodyPr lIns="36000" tIns="6840" rIns="36000" bIns="684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325" name="Text 65"/>
          <p:cNvSpPr/>
          <p:nvPr/>
        </p:nvSpPr>
        <p:spPr>
          <a:xfrm>
            <a:off x="6693480" y="2587680"/>
            <a:ext cx="233100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dirty="0">
                <a:solidFill>
                  <a:srgbClr val="14375F"/>
                </a:solidFill>
                <a:uFillTx/>
                <a:latin typeface="Calibri"/>
                <a:ea typeface="Calibri"/>
              </a:rPr>
              <a:t>Python + Pytest</a:t>
            </a:r>
            <a:endParaRPr lang="en-US" sz="800" b="0" u="none" strike="noStrike" dirty="0">
              <a:solidFill>
                <a:srgbClr val="000000"/>
              </a:solidFill>
              <a:uFillTx/>
              <a:latin typeface="Noto Sans CJK SC"/>
            </a:endParaRPr>
          </a:p>
        </p:txBody>
      </p:sp>
      <p:sp>
        <p:nvSpPr>
          <p:cNvPr id="326" name="Shape 66"/>
          <p:cNvSpPr/>
          <p:nvPr/>
        </p:nvSpPr>
        <p:spPr>
          <a:xfrm>
            <a:off x="6556320" y="2779920"/>
            <a:ext cx="72360" cy="72360"/>
          </a:xfrm>
          <a:prstGeom prst="ellipse">
            <a:avLst/>
          </a:prstGeom>
          <a:solidFill>
            <a:srgbClr val="F05A28"/>
          </a:solidFill>
          <a:ln w="12700">
            <a:solidFill>
              <a:srgbClr val="F05A28"/>
            </a:solidFill>
            <a:round/>
          </a:ln>
        </p:spPr>
        <p:style>
          <a:lnRef idx="0">
            <a:scrgbClr r="0" g="0" b="0"/>
          </a:lnRef>
          <a:fillRef idx="0">
            <a:scrgbClr r="0" g="0" b="0"/>
          </a:fillRef>
          <a:effectRef idx="0">
            <a:scrgbClr r="0" g="0" b="0"/>
          </a:effectRef>
          <a:fontRef idx="minor"/>
        </p:style>
        <p:txBody>
          <a:bodyPr lIns="36000" tIns="6840" rIns="36000" bIns="684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327" name="Text 67"/>
          <p:cNvSpPr/>
          <p:nvPr/>
        </p:nvSpPr>
        <p:spPr>
          <a:xfrm>
            <a:off x="6693480" y="2761560"/>
            <a:ext cx="233100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Behave BDD</a:t>
            </a:r>
            <a:endParaRPr lang="en-US" sz="800" b="0" u="none" strike="noStrike">
              <a:solidFill>
                <a:srgbClr val="000000"/>
              </a:solidFill>
              <a:uFillTx/>
              <a:latin typeface="Noto Sans CJK SC"/>
            </a:endParaRPr>
          </a:p>
        </p:txBody>
      </p:sp>
      <p:sp>
        <p:nvSpPr>
          <p:cNvPr id="328" name="Shape 68"/>
          <p:cNvSpPr/>
          <p:nvPr/>
        </p:nvSpPr>
        <p:spPr>
          <a:xfrm>
            <a:off x="6556320" y="2953440"/>
            <a:ext cx="72360" cy="72360"/>
          </a:xfrm>
          <a:prstGeom prst="ellipse">
            <a:avLst/>
          </a:prstGeom>
          <a:solidFill>
            <a:srgbClr val="F05A28"/>
          </a:solidFill>
          <a:ln w="12700">
            <a:solidFill>
              <a:srgbClr val="F05A28"/>
            </a:solidFill>
            <a:round/>
          </a:ln>
        </p:spPr>
        <p:style>
          <a:lnRef idx="0">
            <a:scrgbClr r="0" g="0" b="0"/>
          </a:lnRef>
          <a:fillRef idx="0">
            <a:scrgbClr r="0" g="0" b="0"/>
          </a:fillRef>
          <a:effectRef idx="0">
            <a:scrgbClr r="0" g="0" b="0"/>
          </a:effectRef>
          <a:fontRef idx="minor"/>
        </p:style>
        <p:txBody>
          <a:bodyPr lIns="36000" tIns="6840" rIns="36000" bIns="684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329" name="Text 69"/>
          <p:cNvSpPr/>
          <p:nvPr/>
        </p:nvSpPr>
        <p:spPr>
          <a:xfrm>
            <a:off x="6693480" y="2935080"/>
            <a:ext cx="233100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Allure Reports + Chrome</a:t>
            </a:r>
            <a:endParaRPr lang="en-US" sz="800" b="0" u="none" strike="noStrike">
              <a:solidFill>
                <a:srgbClr val="000000"/>
              </a:solidFill>
              <a:uFillTx/>
              <a:latin typeface="Noto Sans CJK SC"/>
            </a:endParaRPr>
          </a:p>
        </p:txBody>
      </p:sp>
      <p:sp>
        <p:nvSpPr>
          <p:cNvPr id="330" name="Shape 70"/>
          <p:cNvSpPr/>
          <p:nvPr/>
        </p:nvSpPr>
        <p:spPr>
          <a:xfrm>
            <a:off x="6464880" y="3209400"/>
            <a:ext cx="2605320" cy="227880"/>
          </a:xfrm>
          <a:prstGeom prst="rect">
            <a:avLst/>
          </a:prstGeom>
          <a:solidFill>
            <a:srgbClr val="F05A28"/>
          </a:solidFill>
          <a:ln w="12700">
            <a:solidFill>
              <a:srgbClr val="F05A2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331" name="Text 71"/>
          <p:cNvSpPr/>
          <p:nvPr/>
        </p:nvSpPr>
        <p:spPr>
          <a:xfrm>
            <a:off x="6556320" y="3209400"/>
            <a:ext cx="242244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1" u="none" strike="noStrike">
                <a:solidFill>
                  <a:srgbClr val="FFFFFF"/>
                </a:solidFill>
                <a:uFillTx/>
                <a:latin typeface="Calibri"/>
                <a:ea typeface="Calibri"/>
              </a:rPr>
              <a:t>VALIDATED AREAS</a:t>
            </a:r>
            <a:endParaRPr lang="en-US" sz="850" b="0" u="none" strike="noStrike">
              <a:solidFill>
                <a:srgbClr val="000000"/>
              </a:solidFill>
              <a:uFillTx/>
              <a:latin typeface="Noto Sans CJK SC"/>
            </a:endParaRPr>
          </a:p>
        </p:txBody>
      </p:sp>
      <p:sp>
        <p:nvSpPr>
          <p:cNvPr id="332" name="Shape 72"/>
          <p:cNvSpPr/>
          <p:nvPr/>
        </p:nvSpPr>
        <p:spPr>
          <a:xfrm>
            <a:off x="6464880" y="3438000"/>
            <a:ext cx="2605320" cy="74916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333" name="Shape 73"/>
          <p:cNvSpPr/>
          <p:nvPr/>
        </p:nvSpPr>
        <p:spPr>
          <a:xfrm>
            <a:off x="6556320" y="3483720"/>
            <a:ext cx="72360" cy="72360"/>
          </a:xfrm>
          <a:prstGeom prst="ellipse">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36000" tIns="6840" rIns="36000" bIns="684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334" name="Text 74"/>
          <p:cNvSpPr/>
          <p:nvPr/>
        </p:nvSpPr>
        <p:spPr>
          <a:xfrm>
            <a:off x="6693480" y="3465720"/>
            <a:ext cx="233100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Workflow navigation</a:t>
            </a:r>
            <a:endParaRPr lang="en-US" sz="800" b="0" u="none" strike="noStrike">
              <a:solidFill>
                <a:srgbClr val="000000"/>
              </a:solidFill>
              <a:uFillTx/>
              <a:latin typeface="Noto Sans CJK SC"/>
            </a:endParaRPr>
          </a:p>
        </p:txBody>
      </p:sp>
      <p:sp>
        <p:nvSpPr>
          <p:cNvPr id="335" name="Shape 75"/>
          <p:cNvSpPr/>
          <p:nvPr/>
        </p:nvSpPr>
        <p:spPr>
          <a:xfrm>
            <a:off x="6556320" y="3657600"/>
            <a:ext cx="72360" cy="72360"/>
          </a:xfrm>
          <a:prstGeom prst="ellipse">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36000" tIns="6840" rIns="36000" bIns="684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336" name="Text 76"/>
          <p:cNvSpPr/>
          <p:nvPr/>
        </p:nvSpPr>
        <p:spPr>
          <a:xfrm>
            <a:off x="6693480" y="3639240"/>
            <a:ext cx="233100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Form validations</a:t>
            </a:r>
            <a:endParaRPr lang="en-US" sz="800" b="0" u="none" strike="noStrike">
              <a:solidFill>
                <a:srgbClr val="000000"/>
              </a:solidFill>
              <a:uFillTx/>
              <a:latin typeface="Noto Sans CJK SC"/>
            </a:endParaRPr>
          </a:p>
        </p:txBody>
      </p:sp>
      <p:sp>
        <p:nvSpPr>
          <p:cNvPr id="337" name="Shape 77"/>
          <p:cNvSpPr/>
          <p:nvPr/>
        </p:nvSpPr>
        <p:spPr>
          <a:xfrm>
            <a:off x="6556320" y="3831480"/>
            <a:ext cx="72360" cy="72360"/>
          </a:xfrm>
          <a:prstGeom prst="ellipse">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36000" tIns="6840" rIns="36000" bIns="684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338" name="Text 78"/>
          <p:cNvSpPr/>
          <p:nvPr/>
        </p:nvSpPr>
        <p:spPr>
          <a:xfrm>
            <a:off x="6693480" y="3813120"/>
            <a:ext cx="233100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Booking steps</a:t>
            </a:r>
            <a:endParaRPr lang="en-US" sz="800" b="0" u="none" strike="noStrike">
              <a:solidFill>
                <a:srgbClr val="000000"/>
              </a:solidFill>
              <a:uFillTx/>
              <a:latin typeface="Noto Sans CJK SC"/>
            </a:endParaRPr>
          </a:p>
        </p:txBody>
      </p:sp>
      <p:sp>
        <p:nvSpPr>
          <p:cNvPr id="339" name="Shape 79"/>
          <p:cNvSpPr/>
          <p:nvPr/>
        </p:nvSpPr>
        <p:spPr>
          <a:xfrm>
            <a:off x="6556320" y="4005000"/>
            <a:ext cx="72360" cy="72360"/>
          </a:xfrm>
          <a:prstGeom prst="ellipse">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36000" tIns="6840" rIns="36000" bIns="684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340" name="Text 80"/>
          <p:cNvSpPr/>
          <p:nvPr/>
        </p:nvSpPr>
        <p:spPr>
          <a:xfrm>
            <a:off x="6693480" y="3986640"/>
            <a:ext cx="233100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Payment page boundary</a:t>
            </a:r>
            <a:endParaRPr lang="en-US" sz="800" b="0" u="none" strike="noStrike">
              <a:solidFill>
                <a:srgbClr val="000000"/>
              </a:solidFill>
              <a:uFillTx/>
              <a:latin typeface="Noto Sans CJK SC"/>
            </a:endParaRPr>
          </a:p>
        </p:txBody>
      </p:sp>
      <p:sp>
        <p:nvSpPr>
          <p:cNvPr id="341" name="Shape 81"/>
          <p:cNvSpPr/>
          <p:nvPr/>
        </p:nvSpPr>
        <p:spPr>
          <a:xfrm>
            <a:off x="347400" y="4316040"/>
            <a:ext cx="8722800" cy="383400"/>
          </a:xfrm>
          <a:prstGeom prst="rect">
            <a:avLst/>
          </a:prstGeom>
          <a:solidFill>
            <a:srgbClr val="EBF4FB"/>
          </a:solidFill>
          <a:ln w="12700">
            <a:solidFill>
              <a:srgbClr val="CBD8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342" name="Text 82"/>
          <p:cNvSpPr/>
          <p:nvPr/>
        </p:nvSpPr>
        <p:spPr>
          <a:xfrm>
            <a:off x="548640" y="4352400"/>
            <a:ext cx="201096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1" u="none" strike="noStrike">
                <a:solidFill>
                  <a:srgbClr val="14375F"/>
                </a:solidFill>
                <a:uFillTx/>
                <a:latin typeface="Calibri"/>
                <a:ea typeface="Calibri"/>
              </a:rPr>
              <a:t>OS: Windows 11</a:t>
            </a:r>
            <a:endParaRPr lang="en-US" sz="900" b="0" u="none" strike="noStrike">
              <a:solidFill>
                <a:srgbClr val="000000"/>
              </a:solidFill>
              <a:uFillTx/>
              <a:latin typeface="Noto Sans CJK SC"/>
            </a:endParaRPr>
          </a:p>
        </p:txBody>
      </p:sp>
      <p:sp>
        <p:nvSpPr>
          <p:cNvPr id="343" name="Text 83"/>
          <p:cNvSpPr/>
          <p:nvPr/>
        </p:nvSpPr>
        <p:spPr>
          <a:xfrm>
            <a:off x="2697480" y="4352400"/>
            <a:ext cx="201096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dirty="0">
                <a:solidFill>
                  <a:srgbClr val="14375F"/>
                </a:solidFill>
                <a:uFillTx/>
                <a:latin typeface="Calibri"/>
                <a:ea typeface="Calibri"/>
              </a:rPr>
              <a:t>Framework: POM + BDD</a:t>
            </a:r>
            <a:endParaRPr lang="en-US" sz="900" b="0" u="none" strike="noStrike" dirty="0">
              <a:solidFill>
                <a:srgbClr val="000000"/>
              </a:solidFill>
              <a:uFillTx/>
              <a:latin typeface="Noto Sans CJK SC"/>
            </a:endParaRPr>
          </a:p>
        </p:txBody>
      </p:sp>
      <p:sp>
        <p:nvSpPr>
          <p:cNvPr id="344" name="Text 84"/>
          <p:cNvSpPr/>
          <p:nvPr/>
        </p:nvSpPr>
        <p:spPr>
          <a:xfrm>
            <a:off x="4846320" y="4352400"/>
            <a:ext cx="201096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a:solidFill>
                  <a:srgbClr val="14375F"/>
                </a:solidFill>
                <a:uFillTx/>
                <a:latin typeface="Calibri"/>
                <a:ea typeface="Calibri"/>
              </a:rPr>
              <a:t>Logs: Enabled</a:t>
            </a:r>
            <a:endParaRPr lang="en-US" sz="900" b="0" u="none" strike="noStrike">
              <a:solidFill>
                <a:srgbClr val="000000"/>
              </a:solidFill>
              <a:uFillTx/>
              <a:latin typeface="Noto Sans CJK SC"/>
            </a:endParaRPr>
          </a:p>
        </p:txBody>
      </p:sp>
      <p:sp>
        <p:nvSpPr>
          <p:cNvPr id="345" name="Text 85"/>
          <p:cNvSpPr/>
          <p:nvPr/>
        </p:nvSpPr>
        <p:spPr>
          <a:xfrm>
            <a:off x="6995160" y="4352400"/>
            <a:ext cx="201096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a:solidFill>
                  <a:srgbClr val="14375F"/>
                </a:solidFill>
                <a:uFillTx/>
                <a:latin typeface="Calibri"/>
                <a:ea typeface="Calibri"/>
              </a:rPr>
              <a:t>Screenshots: Enabled</a:t>
            </a:r>
            <a:endParaRPr lang="en-US" sz="900" b="0" u="none" strike="noStrike">
              <a:solidFill>
                <a:srgbClr val="000000"/>
              </a:solidFill>
              <a:uFillTx/>
              <a:latin typeface="Noto Sans CJK SC"/>
            </a:endParaRPr>
          </a:p>
        </p:txBody>
      </p:sp>
      <p:sp>
        <p:nvSpPr>
          <p:cNvPr id="346" name="Shape 86"/>
          <p:cNvSpPr/>
          <p:nvPr/>
        </p:nvSpPr>
        <p:spPr>
          <a:xfrm>
            <a:off x="0" y="4818960"/>
            <a:ext cx="9143280" cy="12960"/>
          </a:xfrm>
          <a:prstGeom prst="rect">
            <a:avLst/>
          </a:prstGeom>
          <a:solidFill>
            <a:srgbClr val="CBD8E8"/>
          </a:solidFill>
          <a:ln w="12700">
            <a:solidFill>
              <a:srgbClr val="CBD8E8"/>
            </a:solidFill>
            <a:round/>
          </a:ln>
        </p:spPr>
        <p:style>
          <a:lnRef idx="0">
            <a:scrgbClr r="0" g="0" b="0"/>
          </a:lnRef>
          <a:fillRef idx="0">
            <a:scrgbClr r="0" g="0" b="0"/>
          </a:fillRef>
          <a:effectRef idx="0">
            <a:scrgbClr r="0" g="0" b="0"/>
          </a:effectRef>
          <a:fontRef idx="minor"/>
        </p:style>
        <p:txBody>
          <a:bodyPr lIns="90000" tIns="-31320" rIns="90000" bIns="-3132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347" name="Text 87"/>
          <p:cNvSpPr/>
          <p:nvPr/>
        </p:nvSpPr>
        <p:spPr>
          <a:xfrm>
            <a:off x="320040" y="4846320"/>
            <a:ext cx="640008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50" b="0" u="none" strike="noStrike">
                <a:solidFill>
                  <a:srgbClr val="6B7C93"/>
                </a:solidFill>
                <a:uFillTx/>
                <a:latin typeface="Calibri"/>
                <a:ea typeface="Calibri"/>
              </a:rPr>
              <a:t>Goibibo End-to-End Automation Testing Framework</a:t>
            </a:r>
            <a:endParaRPr lang="en-US" sz="750" b="0" u="none" strike="noStrike">
              <a:solidFill>
                <a:srgbClr val="000000"/>
              </a:solidFill>
              <a:uFillTx/>
              <a:latin typeface="Noto Sans CJK SC"/>
            </a:endParaRPr>
          </a:p>
        </p:txBody>
      </p:sp>
      <p:sp>
        <p:nvSpPr>
          <p:cNvPr id="348" name="Text 88"/>
          <p:cNvSpPr/>
          <p:nvPr/>
        </p:nvSpPr>
        <p:spPr>
          <a:xfrm>
            <a:off x="8503920" y="4827960"/>
            <a:ext cx="50220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900" b="1" u="none" strike="noStrike">
                <a:solidFill>
                  <a:srgbClr val="1677C8"/>
                </a:solidFill>
                <a:uFillTx/>
                <a:latin typeface="Calibri"/>
                <a:ea typeface="Calibri"/>
              </a:rPr>
              <a:t>05</a:t>
            </a:r>
            <a:endParaRPr lang="en-US" sz="900" b="0" u="none" strike="noStrike">
              <a:solidFill>
                <a:srgbClr val="000000"/>
              </a:solidFill>
              <a:uFillTx/>
              <a:latin typeface="Noto Sans CJK SC"/>
            </a:endParaRPr>
          </a:p>
        </p:txBody>
      </p:sp>
      <p:sp>
        <p:nvSpPr>
          <p:cNvPr id="349" name="Text Positive Case 5"/>
          <p:cNvSpPr/>
          <p:nvPr/>
        </p:nvSpPr>
        <p:spPr>
          <a:xfrm>
            <a:off x="3630240" y="3051720"/>
            <a:ext cx="2577960" cy="134640"/>
          </a:xfrm>
          <a:prstGeom prst="rect">
            <a:avLst/>
          </a:prstGeom>
          <a:noFill/>
          <a:ln w="0">
            <a:solidFill>
              <a:srgbClr val="000000">
                <a:alpha val="0"/>
              </a:srgbClr>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690" b="0" u="none" strike="noStrike">
                <a:solidFill>
                  <a:srgbClr val="14375F"/>
                </a:solidFill>
                <a:uFillTx/>
                <a:latin typeface="Calibri"/>
                <a:ea typeface="Calibri"/>
              </a:rPr>
              <a:t>5. Searched bus using Duration sorting</a:t>
            </a:r>
            <a:endParaRPr lang="en-US" sz="690" b="0" u="none" strike="noStrike">
              <a:solidFill>
                <a:srgbClr val="000000"/>
              </a:solidFill>
              <a:uFillTx/>
              <a:latin typeface="Noto Sans CJK SC"/>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350" name="Shape 0"/>
          <p:cNvSpPr/>
          <p:nvPr/>
        </p:nvSpPr>
        <p:spPr>
          <a:xfrm>
            <a:off x="0" y="0"/>
            <a:ext cx="9143280" cy="54000"/>
          </a:xfrm>
          <a:prstGeom prst="rect">
            <a:avLst/>
          </a:prstGeom>
          <a:solidFill>
            <a:srgbClr val="1677C8"/>
          </a:solidFill>
          <a:ln w="12700">
            <a:solidFill>
              <a:srgbClr val="1677C8"/>
            </a:solidFill>
            <a:round/>
          </a:ln>
        </p:spPr>
        <p:style>
          <a:lnRef idx="0">
            <a:scrgbClr r="0" g="0" b="0"/>
          </a:lnRef>
          <a:fillRef idx="0">
            <a:scrgbClr r="0" g="0" b="0"/>
          </a:fillRef>
          <a:effectRef idx="0">
            <a:scrgbClr r="0" g="0" b="0"/>
          </a:effectRef>
          <a:fontRef idx="minor"/>
        </p:style>
        <p:txBody>
          <a:bodyPr lIns="90000" tIns="9720" rIns="90000" bIns="972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351" name="Shape 1"/>
          <p:cNvSpPr/>
          <p:nvPr/>
        </p:nvSpPr>
        <p:spPr>
          <a:xfrm>
            <a:off x="0" y="54720"/>
            <a:ext cx="200520" cy="4745160"/>
          </a:xfrm>
          <a:prstGeom prst="rect">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352" name="Text 2"/>
          <p:cNvSpPr/>
          <p:nvPr/>
        </p:nvSpPr>
        <p:spPr>
          <a:xfrm>
            <a:off x="347400" y="128160"/>
            <a:ext cx="274248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1" u="none" strike="noStrike" spc="201">
                <a:solidFill>
                  <a:srgbClr val="27AE60"/>
                </a:solidFill>
                <a:uFillTx/>
                <a:latin typeface="Calibri"/>
                <a:ea typeface="Calibri"/>
              </a:rPr>
              <a:t>MODULE 04</a:t>
            </a:r>
            <a:endParaRPr lang="en-US" sz="800" b="0" u="none" strike="noStrike">
              <a:solidFill>
                <a:srgbClr val="000000"/>
              </a:solidFill>
              <a:uFillTx/>
              <a:latin typeface="Noto Sans CJK SC"/>
            </a:endParaRPr>
          </a:p>
        </p:txBody>
      </p:sp>
      <p:sp>
        <p:nvSpPr>
          <p:cNvPr id="353" name="Text 3"/>
          <p:cNvSpPr/>
          <p:nvPr/>
        </p:nvSpPr>
        <p:spPr>
          <a:xfrm>
            <a:off x="347400" y="329040"/>
            <a:ext cx="8411760" cy="474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000" b="1" u="none" strike="noStrike">
                <a:solidFill>
                  <a:srgbClr val="14375F"/>
                </a:solidFill>
                <a:uFillTx/>
                <a:latin typeface="Calibri"/>
                <a:ea typeface="Calibri"/>
              </a:rPr>
              <a:t>Goibibo Trains Automation</a:t>
            </a:r>
            <a:endParaRPr lang="en-US" sz="2000" b="0" u="none" strike="noStrike">
              <a:solidFill>
                <a:srgbClr val="000000"/>
              </a:solidFill>
              <a:uFillTx/>
              <a:latin typeface="Noto Sans CJK SC"/>
            </a:endParaRPr>
          </a:p>
        </p:txBody>
      </p:sp>
      <p:sp>
        <p:nvSpPr>
          <p:cNvPr id="354" name="Text 4"/>
          <p:cNvSpPr/>
          <p:nvPr/>
        </p:nvSpPr>
        <p:spPr>
          <a:xfrm>
            <a:off x="347400" y="822960"/>
            <a:ext cx="841176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50" b="0" u="none" strike="noStrike">
                <a:solidFill>
                  <a:srgbClr val="6B7C93"/>
                </a:solidFill>
                <a:uFillTx/>
                <a:latin typeface="Calibri"/>
                <a:ea typeface="Calibri"/>
              </a:rPr>
              <a:t>Priyanshu Prakash  ·  Superset ID: 4467004</a:t>
            </a:r>
            <a:endParaRPr lang="en-US" sz="950" b="0" u="none" strike="noStrike">
              <a:solidFill>
                <a:srgbClr val="000000"/>
              </a:solidFill>
              <a:uFillTx/>
              <a:latin typeface="Noto Sans CJK SC"/>
            </a:endParaRPr>
          </a:p>
        </p:txBody>
      </p:sp>
      <p:sp>
        <p:nvSpPr>
          <p:cNvPr id="355" name="Shape 5"/>
          <p:cNvSpPr/>
          <p:nvPr/>
        </p:nvSpPr>
        <p:spPr>
          <a:xfrm>
            <a:off x="347400" y="1078920"/>
            <a:ext cx="3016800" cy="153540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356" name="Shape 6"/>
          <p:cNvSpPr/>
          <p:nvPr/>
        </p:nvSpPr>
        <p:spPr>
          <a:xfrm>
            <a:off x="347400" y="1078920"/>
            <a:ext cx="45000" cy="1535400"/>
          </a:xfrm>
          <a:prstGeom prst="rect">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22320" tIns="45000" rIns="2232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357" name="Text 7"/>
          <p:cNvSpPr/>
          <p:nvPr/>
        </p:nvSpPr>
        <p:spPr>
          <a:xfrm>
            <a:off x="484560" y="1115640"/>
            <a:ext cx="274248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50" b="1" u="none" strike="noStrike" spc="150">
                <a:solidFill>
                  <a:srgbClr val="27AE60"/>
                </a:solidFill>
                <a:uFillTx/>
                <a:latin typeface="Calibri"/>
                <a:ea typeface="Calibri"/>
              </a:rPr>
              <a:t>PROJECT PROFILE</a:t>
            </a:r>
            <a:endParaRPr lang="en-US" sz="750" b="0" u="none" strike="noStrike">
              <a:solidFill>
                <a:srgbClr val="000000"/>
              </a:solidFill>
              <a:uFillTx/>
              <a:latin typeface="Noto Sans CJK SC"/>
            </a:endParaRPr>
          </a:p>
        </p:txBody>
      </p:sp>
      <p:sp>
        <p:nvSpPr>
          <p:cNvPr id="358" name="Text 8"/>
          <p:cNvSpPr/>
          <p:nvPr/>
        </p:nvSpPr>
        <p:spPr>
          <a:xfrm>
            <a:off x="484560" y="1334880"/>
            <a:ext cx="274248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dirty="0">
                <a:solidFill>
                  <a:srgbClr val="14375F"/>
                </a:solidFill>
                <a:uFillTx/>
                <a:latin typeface="Calibri"/>
                <a:ea typeface="Calibri"/>
              </a:rPr>
              <a:t>Domain: </a:t>
            </a:r>
            <a:r>
              <a:rPr lang="en-US" sz="900" dirty="0">
                <a:solidFill>
                  <a:srgbClr val="14375F"/>
                </a:solidFill>
                <a:latin typeface="Calibri"/>
                <a:ea typeface="Calibri"/>
              </a:rPr>
              <a:t>Travel &amp; Booking</a:t>
            </a:r>
            <a:endParaRPr lang="en-US" sz="900" b="0" u="none" strike="noStrike" dirty="0">
              <a:solidFill>
                <a:srgbClr val="000000"/>
              </a:solidFill>
              <a:uFillTx/>
              <a:latin typeface="Noto Sans CJK SC"/>
            </a:endParaRPr>
          </a:p>
        </p:txBody>
      </p:sp>
      <p:sp>
        <p:nvSpPr>
          <p:cNvPr id="359" name="Text 9"/>
          <p:cNvSpPr/>
          <p:nvPr/>
        </p:nvSpPr>
        <p:spPr>
          <a:xfrm>
            <a:off x="484560" y="1554480"/>
            <a:ext cx="274248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a:solidFill>
                  <a:srgbClr val="14375F"/>
                </a:solidFill>
                <a:uFillTx/>
                <a:latin typeface="Calibri"/>
                <a:ea typeface="Calibri"/>
              </a:rPr>
              <a:t>Member: Priyanshu Prakash</a:t>
            </a:r>
            <a:endParaRPr lang="en-US" sz="900" b="0" u="none" strike="noStrike">
              <a:solidFill>
                <a:srgbClr val="000000"/>
              </a:solidFill>
              <a:uFillTx/>
              <a:latin typeface="Noto Sans CJK SC"/>
            </a:endParaRPr>
          </a:p>
        </p:txBody>
      </p:sp>
      <p:sp>
        <p:nvSpPr>
          <p:cNvPr id="360" name="Text 10"/>
          <p:cNvSpPr/>
          <p:nvPr/>
        </p:nvSpPr>
        <p:spPr>
          <a:xfrm>
            <a:off x="484560" y="1774080"/>
            <a:ext cx="274248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a:solidFill>
                  <a:srgbClr val="14375F"/>
                </a:solidFill>
                <a:uFillTx/>
                <a:latin typeface="Calibri"/>
                <a:ea typeface="Calibri"/>
              </a:rPr>
              <a:t>Superset ID: 4467004</a:t>
            </a:r>
            <a:endParaRPr lang="en-US" sz="900" b="0" u="none" strike="noStrike">
              <a:solidFill>
                <a:srgbClr val="000000"/>
              </a:solidFill>
              <a:uFillTx/>
              <a:latin typeface="Noto Sans CJK SC"/>
            </a:endParaRPr>
          </a:p>
        </p:txBody>
      </p:sp>
      <p:sp>
        <p:nvSpPr>
          <p:cNvPr id="361" name="Text 11"/>
          <p:cNvSpPr/>
          <p:nvPr/>
        </p:nvSpPr>
        <p:spPr>
          <a:xfrm>
            <a:off x="484560" y="1993320"/>
            <a:ext cx="274248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a:solidFill>
                  <a:srgbClr val="14375F"/>
                </a:solidFill>
                <a:uFillTx/>
                <a:latin typeface="Calibri"/>
                <a:ea typeface="Calibri"/>
              </a:rPr>
              <a:t>Framework: Python + Selenium</a:t>
            </a:r>
            <a:endParaRPr lang="en-US" sz="900" b="0" u="none" strike="noStrike">
              <a:solidFill>
                <a:srgbClr val="000000"/>
              </a:solidFill>
              <a:uFillTx/>
              <a:latin typeface="Noto Sans CJK SC"/>
            </a:endParaRPr>
          </a:p>
        </p:txBody>
      </p:sp>
      <p:sp>
        <p:nvSpPr>
          <p:cNvPr id="362" name="Text 12"/>
          <p:cNvSpPr/>
          <p:nvPr/>
        </p:nvSpPr>
        <p:spPr>
          <a:xfrm>
            <a:off x="484560" y="2212920"/>
            <a:ext cx="274248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dirty="0">
                <a:solidFill>
                  <a:srgbClr val="14375F"/>
                </a:solidFill>
                <a:uFillTx/>
                <a:latin typeface="Calibri"/>
                <a:ea typeface="Calibri"/>
              </a:rPr>
              <a:t>Browser: Edge | OS: Windows 11</a:t>
            </a:r>
            <a:endParaRPr lang="en-US" sz="900" b="0" u="none" strike="noStrike" dirty="0">
              <a:solidFill>
                <a:srgbClr val="000000"/>
              </a:solidFill>
              <a:uFillTx/>
              <a:latin typeface="Noto Sans CJK SC"/>
            </a:endParaRPr>
          </a:p>
        </p:txBody>
      </p:sp>
      <p:sp>
        <p:nvSpPr>
          <p:cNvPr id="363" name="Shape 13"/>
          <p:cNvSpPr/>
          <p:nvPr/>
        </p:nvSpPr>
        <p:spPr>
          <a:xfrm>
            <a:off x="347400" y="2706480"/>
            <a:ext cx="3016800" cy="89532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364" name="Shape 14"/>
          <p:cNvSpPr/>
          <p:nvPr/>
        </p:nvSpPr>
        <p:spPr>
          <a:xfrm>
            <a:off x="347400" y="2706480"/>
            <a:ext cx="45000" cy="895320"/>
          </a:xfrm>
          <a:prstGeom prst="rect">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22320" tIns="45000" rIns="2232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365" name="Text 15"/>
          <p:cNvSpPr/>
          <p:nvPr/>
        </p:nvSpPr>
        <p:spPr>
          <a:xfrm>
            <a:off x="484560" y="2734200"/>
            <a:ext cx="274248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50" b="1" u="none" strike="noStrike" spc="150">
                <a:solidFill>
                  <a:srgbClr val="27AE60"/>
                </a:solidFill>
                <a:uFillTx/>
                <a:latin typeface="Calibri"/>
                <a:ea typeface="Calibri"/>
              </a:rPr>
              <a:t>EXECUTION RESULTS</a:t>
            </a:r>
            <a:endParaRPr lang="en-US" sz="750" b="0" u="none" strike="noStrike">
              <a:solidFill>
                <a:srgbClr val="000000"/>
              </a:solidFill>
              <a:uFillTx/>
              <a:latin typeface="Noto Sans CJK SC"/>
            </a:endParaRPr>
          </a:p>
        </p:txBody>
      </p:sp>
      <p:sp>
        <p:nvSpPr>
          <p:cNvPr id="366" name="Text 16"/>
          <p:cNvSpPr/>
          <p:nvPr/>
        </p:nvSpPr>
        <p:spPr>
          <a:xfrm>
            <a:off x="438840" y="2962800"/>
            <a:ext cx="657720" cy="310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b="1" dirty="0">
                <a:solidFill>
                  <a:srgbClr val="1677C8"/>
                </a:solidFill>
                <a:latin typeface="Calibri"/>
                <a:ea typeface="Calibri"/>
              </a:rPr>
              <a:t>8</a:t>
            </a:r>
            <a:endParaRPr lang="en-US" sz="1800" b="0" u="none" strike="noStrike" dirty="0">
              <a:solidFill>
                <a:srgbClr val="000000"/>
              </a:solidFill>
              <a:uFillTx/>
              <a:latin typeface="Noto Sans CJK SC"/>
            </a:endParaRPr>
          </a:p>
        </p:txBody>
      </p:sp>
      <p:sp>
        <p:nvSpPr>
          <p:cNvPr id="367" name="Text 17"/>
          <p:cNvSpPr/>
          <p:nvPr/>
        </p:nvSpPr>
        <p:spPr>
          <a:xfrm>
            <a:off x="438840" y="3273480"/>
            <a:ext cx="65772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700" b="0" u="none" strike="noStrike">
                <a:solidFill>
                  <a:srgbClr val="6B7C93"/>
                </a:solidFill>
                <a:uFillTx/>
                <a:latin typeface="Calibri"/>
                <a:ea typeface="Calibri"/>
              </a:rPr>
              <a:t>TOTAL</a:t>
            </a:r>
            <a:endParaRPr lang="en-US" sz="700" b="0" u="none" strike="noStrike">
              <a:solidFill>
                <a:srgbClr val="000000"/>
              </a:solidFill>
              <a:uFillTx/>
              <a:latin typeface="Noto Sans CJK SC"/>
            </a:endParaRPr>
          </a:p>
        </p:txBody>
      </p:sp>
      <p:sp>
        <p:nvSpPr>
          <p:cNvPr id="368" name="Text 18"/>
          <p:cNvSpPr/>
          <p:nvPr/>
        </p:nvSpPr>
        <p:spPr>
          <a:xfrm>
            <a:off x="1170360" y="2962800"/>
            <a:ext cx="657720" cy="310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b="1" dirty="0">
                <a:solidFill>
                  <a:srgbClr val="27AE60"/>
                </a:solidFill>
                <a:latin typeface="Calibri"/>
                <a:ea typeface="Calibri"/>
              </a:rPr>
              <a:t>8</a:t>
            </a:r>
            <a:endParaRPr lang="en-US" sz="1800" b="0" u="none" strike="noStrike" dirty="0">
              <a:solidFill>
                <a:srgbClr val="000000"/>
              </a:solidFill>
              <a:uFillTx/>
              <a:latin typeface="Noto Sans CJK SC"/>
            </a:endParaRPr>
          </a:p>
        </p:txBody>
      </p:sp>
      <p:sp>
        <p:nvSpPr>
          <p:cNvPr id="369" name="Text 19"/>
          <p:cNvSpPr/>
          <p:nvPr/>
        </p:nvSpPr>
        <p:spPr>
          <a:xfrm>
            <a:off x="1170360" y="3273480"/>
            <a:ext cx="65772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700" b="0" u="none" strike="noStrike">
                <a:solidFill>
                  <a:srgbClr val="6B7C93"/>
                </a:solidFill>
                <a:uFillTx/>
                <a:latin typeface="Calibri"/>
                <a:ea typeface="Calibri"/>
              </a:rPr>
              <a:t>PASSED</a:t>
            </a:r>
            <a:endParaRPr lang="en-US" sz="700" b="0" u="none" strike="noStrike">
              <a:solidFill>
                <a:srgbClr val="000000"/>
              </a:solidFill>
              <a:uFillTx/>
              <a:latin typeface="Noto Sans CJK SC"/>
            </a:endParaRPr>
          </a:p>
        </p:txBody>
      </p:sp>
      <p:sp>
        <p:nvSpPr>
          <p:cNvPr id="370" name="Text 20"/>
          <p:cNvSpPr/>
          <p:nvPr/>
        </p:nvSpPr>
        <p:spPr>
          <a:xfrm>
            <a:off x="1901880" y="2962800"/>
            <a:ext cx="657720" cy="310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800" b="1" u="none" strike="noStrike">
                <a:solidFill>
                  <a:srgbClr val="F05A28"/>
                </a:solidFill>
                <a:uFillTx/>
                <a:latin typeface="Calibri"/>
                <a:ea typeface="Calibri"/>
              </a:rPr>
              <a:t>0</a:t>
            </a:r>
            <a:endParaRPr lang="en-US" sz="1800" b="0" u="none" strike="noStrike">
              <a:solidFill>
                <a:srgbClr val="000000"/>
              </a:solidFill>
              <a:uFillTx/>
              <a:latin typeface="Noto Sans CJK SC"/>
            </a:endParaRPr>
          </a:p>
        </p:txBody>
      </p:sp>
      <p:sp>
        <p:nvSpPr>
          <p:cNvPr id="371" name="Text 21"/>
          <p:cNvSpPr/>
          <p:nvPr/>
        </p:nvSpPr>
        <p:spPr>
          <a:xfrm>
            <a:off x="1901880" y="3273480"/>
            <a:ext cx="65772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700" b="0" u="none" strike="noStrike">
                <a:solidFill>
                  <a:srgbClr val="6B7C93"/>
                </a:solidFill>
                <a:uFillTx/>
                <a:latin typeface="Calibri"/>
                <a:ea typeface="Calibri"/>
              </a:rPr>
              <a:t>FAILED</a:t>
            </a:r>
            <a:endParaRPr lang="en-US" sz="700" b="0" u="none" strike="noStrike">
              <a:solidFill>
                <a:srgbClr val="000000"/>
              </a:solidFill>
              <a:uFillTx/>
              <a:latin typeface="Noto Sans CJK SC"/>
            </a:endParaRPr>
          </a:p>
        </p:txBody>
      </p:sp>
      <p:sp>
        <p:nvSpPr>
          <p:cNvPr id="372" name="Text 22"/>
          <p:cNvSpPr/>
          <p:nvPr/>
        </p:nvSpPr>
        <p:spPr>
          <a:xfrm>
            <a:off x="2633400" y="2962800"/>
            <a:ext cx="657720" cy="310320"/>
          </a:xfrm>
          <a:prstGeom prst="rect">
            <a:avLst/>
          </a:prstGeom>
          <a:noFill/>
          <a:ln w="0">
            <a:noFill/>
          </a:ln>
        </p:spPr>
        <p:style>
          <a:lnRef idx="0">
            <a:scrgbClr r="0" g="0" b="0"/>
          </a:lnRef>
          <a:fillRef idx="0">
            <a:scrgbClr r="0" g="0" b="0"/>
          </a:fillRef>
          <a:effectRef idx="0">
            <a:scrgbClr r="0" g="0" b="0"/>
          </a:effectRef>
          <a:fontRef idx="minor"/>
        </p:style>
        <p:txBody>
          <a:bodyPr lIns="36360" tIns="45000" rIns="36360" bIns="45000" anchor="ctr">
            <a:noAutofit/>
          </a:bodyPr>
          <a:lstStyle/>
          <a:p>
            <a:pPr algn="ctr" defTabSz="914400">
              <a:lnSpc>
                <a:spcPct val="100000"/>
              </a:lnSpc>
              <a:tabLst>
                <a:tab pos="0" algn="l"/>
              </a:tabLst>
            </a:pPr>
            <a:r>
              <a:rPr lang="en-US" sz="1800" b="1" u="none" strike="noStrike">
                <a:solidFill>
                  <a:srgbClr val="14375F"/>
                </a:solidFill>
                <a:uFillTx/>
                <a:latin typeface="Calibri"/>
                <a:ea typeface="Calibri"/>
              </a:rPr>
              <a:t>100%</a:t>
            </a:r>
            <a:endParaRPr lang="en-US" sz="1800" b="0" u="none" strike="noStrike">
              <a:solidFill>
                <a:srgbClr val="000000"/>
              </a:solidFill>
              <a:uFillTx/>
              <a:latin typeface="Noto Sans CJK SC"/>
            </a:endParaRPr>
          </a:p>
        </p:txBody>
      </p:sp>
      <p:sp>
        <p:nvSpPr>
          <p:cNvPr id="373" name="Text 23"/>
          <p:cNvSpPr/>
          <p:nvPr/>
        </p:nvSpPr>
        <p:spPr>
          <a:xfrm>
            <a:off x="2633400" y="3273480"/>
            <a:ext cx="65772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700" b="0" u="none" strike="noStrike">
                <a:solidFill>
                  <a:srgbClr val="6B7C93"/>
                </a:solidFill>
                <a:uFillTx/>
                <a:latin typeface="Calibri"/>
                <a:ea typeface="Calibri"/>
              </a:rPr>
              <a:t>RATE</a:t>
            </a:r>
            <a:endParaRPr lang="en-US" sz="700" b="0" u="none" strike="noStrike">
              <a:solidFill>
                <a:srgbClr val="000000"/>
              </a:solidFill>
              <a:uFillTx/>
              <a:latin typeface="Noto Sans CJK SC"/>
            </a:endParaRPr>
          </a:p>
        </p:txBody>
      </p:sp>
      <p:sp>
        <p:nvSpPr>
          <p:cNvPr id="374" name="Text 24"/>
          <p:cNvSpPr/>
          <p:nvPr/>
        </p:nvSpPr>
        <p:spPr>
          <a:xfrm>
            <a:off x="347400" y="3703320"/>
            <a:ext cx="301680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50" b="1" u="none" strike="noStrike" spc="150">
                <a:solidFill>
                  <a:srgbClr val="6B7C93"/>
                </a:solidFill>
                <a:uFillTx/>
                <a:latin typeface="Calibri"/>
                <a:ea typeface="Calibri"/>
              </a:rPr>
              <a:t>MODULE FLOW</a:t>
            </a:r>
            <a:endParaRPr lang="en-US" sz="750" b="0" u="none" strike="noStrike">
              <a:solidFill>
                <a:srgbClr val="000000"/>
              </a:solidFill>
              <a:uFillTx/>
              <a:latin typeface="Noto Sans CJK SC"/>
            </a:endParaRPr>
          </a:p>
        </p:txBody>
      </p:sp>
      <p:sp>
        <p:nvSpPr>
          <p:cNvPr id="375" name="Shape 25"/>
          <p:cNvSpPr/>
          <p:nvPr/>
        </p:nvSpPr>
        <p:spPr>
          <a:xfrm>
            <a:off x="347400" y="3913560"/>
            <a:ext cx="345600" cy="328320"/>
          </a:xfrm>
          <a:prstGeom prst="rect">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376" name="Text 26"/>
          <p:cNvSpPr/>
          <p:nvPr/>
        </p:nvSpPr>
        <p:spPr>
          <a:xfrm>
            <a:off x="347400" y="3913560"/>
            <a:ext cx="34560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u="none" strike="noStrike">
                <a:solidFill>
                  <a:srgbClr val="FFFFFF"/>
                </a:solidFill>
                <a:uFillTx/>
                <a:latin typeface="Calibri"/>
                <a:ea typeface="Calibri"/>
              </a:rPr>
              <a:t>Open</a:t>
            </a:r>
            <a:endParaRPr lang="en-US" sz="700" b="0" u="none" strike="noStrike">
              <a:solidFill>
                <a:srgbClr val="000000"/>
              </a:solidFill>
              <a:uFillTx/>
              <a:latin typeface="Noto Sans CJK SC"/>
            </a:endParaRPr>
          </a:p>
        </p:txBody>
      </p:sp>
      <p:sp>
        <p:nvSpPr>
          <p:cNvPr id="377" name="Shape 27"/>
          <p:cNvSpPr/>
          <p:nvPr/>
        </p:nvSpPr>
        <p:spPr>
          <a:xfrm>
            <a:off x="739440" y="3913560"/>
            <a:ext cx="345600" cy="328320"/>
          </a:xfrm>
          <a:prstGeom prst="rect">
            <a:avLst/>
          </a:prstGeom>
          <a:solidFill>
            <a:srgbClr val="E8F4FD"/>
          </a:solidFill>
          <a:ln w="12700">
            <a:solidFill>
              <a:srgbClr val="27AE6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378" name="Text 28"/>
          <p:cNvSpPr/>
          <p:nvPr/>
        </p:nvSpPr>
        <p:spPr>
          <a:xfrm>
            <a:off x="739440" y="3913560"/>
            <a:ext cx="34560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u="none" strike="noStrike">
                <a:solidFill>
                  <a:srgbClr val="27AE60"/>
                </a:solidFill>
                <a:uFillTx/>
                <a:latin typeface="Calibri"/>
                <a:ea typeface="Calibri"/>
              </a:rPr>
              <a:t>Trains</a:t>
            </a:r>
            <a:endParaRPr lang="en-US" sz="700" b="0" u="none" strike="noStrike">
              <a:solidFill>
                <a:srgbClr val="000000"/>
              </a:solidFill>
              <a:uFillTx/>
              <a:latin typeface="Noto Sans CJK SC"/>
            </a:endParaRPr>
          </a:p>
        </p:txBody>
      </p:sp>
      <p:sp>
        <p:nvSpPr>
          <p:cNvPr id="379" name="Shape 29"/>
          <p:cNvSpPr/>
          <p:nvPr/>
        </p:nvSpPr>
        <p:spPr>
          <a:xfrm>
            <a:off x="1131120" y="3913560"/>
            <a:ext cx="345600" cy="328320"/>
          </a:xfrm>
          <a:prstGeom prst="rect">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380" name="Text 30"/>
          <p:cNvSpPr/>
          <p:nvPr/>
        </p:nvSpPr>
        <p:spPr>
          <a:xfrm>
            <a:off x="1150560" y="3913560"/>
            <a:ext cx="30780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u="none" strike="noStrike" dirty="0">
                <a:solidFill>
                  <a:srgbClr val="FFFFFF"/>
                </a:solidFill>
                <a:uFillTx/>
                <a:latin typeface="Calibri"/>
                <a:ea typeface="Calibri"/>
              </a:rPr>
              <a:t>Source/Dest</a:t>
            </a:r>
            <a:endParaRPr lang="en-US" sz="700" b="0" u="none" strike="noStrike" dirty="0">
              <a:solidFill>
                <a:srgbClr val="000000"/>
              </a:solidFill>
              <a:uFillTx/>
              <a:latin typeface="Noto Sans CJK SC"/>
            </a:endParaRPr>
          </a:p>
        </p:txBody>
      </p:sp>
      <p:sp>
        <p:nvSpPr>
          <p:cNvPr id="381" name="Shape 31"/>
          <p:cNvSpPr/>
          <p:nvPr/>
        </p:nvSpPr>
        <p:spPr>
          <a:xfrm>
            <a:off x="1523160" y="3913560"/>
            <a:ext cx="345600" cy="328320"/>
          </a:xfrm>
          <a:prstGeom prst="rect">
            <a:avLst/>
          </a:prstGeom>
          <a:solidFill>
            <a:srgbClr val="E8F4FD"/>
          </a:solidFill>
          <a:ln w="12700">
            <a:solidFill>
              <a:srgbClr val="27AE6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382" name="Text 32"/>
          <p:cNvSpPr/>
          <p:nvPr/>
        </p:nvSpPr>
        <p:spPr>
          <a:xfrm>
            <a:off x="1523160" y="3913560"/>
            <a:ext cx="34560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u="none" strike="noStrike">
                <a:solidFill>
                  <a:srgbClr val="27AE60"/>
                </a:solidFill>
                <a:uFillTx/>
                <a:latin typeface="Calibri"/>
                <a:ea typeface="Calibri"/>
              </a:rPr>
              <a:t>Search</a:t>
            </a:r>
            <a:endParaRPr lang="en-US" sz="700" b="0" u="none" strike="noStrike">
              <a:solidFill>
                <a:srgbClr val="000000"/>
              </a:solidFill>
              <a:uFillTx/>
              <a:latin typeface="Noto Sans CJK SC"/>
            </a:endParaRPr>
          </a:p>
        </p:txBody>
      </p:sp>
      <p:sp>
        <p:nvSpPr>
          <p:cNvPr id="383" name="Shape 33"/>
          <p:cNvSpPr/>
          <p:nvPr/>
        </p:nvSpPr>
        <p:spPr>
          <a:xfrm>
            <a:off x="1914840" y="3913560"/>
            <a:ext cx="345600" cy="328320"/>
          </a:xfrm>
          <a:prstGeom prst="rect">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384" name="Text 34"/>
          <p:cNvSpPr/>
          <p:nvPr/>
        </p:nvSpPr>
        <p:spPr>
          <a:xfrm>
            <a:off x="1914840" y="3913560"/>
            <a:ext cx="34560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u="none" strike="noStrike">
                <a:solidFill>
                  <a:srgbClr val="FFFFFF"/>
                </a:solidFill>
                <a:uFillTx/>
                <a:latin typeface="Calibri"/>
                <a:ea typeface="Calibri"/>
              </a:rPr>
              <a:t>Select</a:t>
            </a:r>
            <a:endParaRPr lang="en-US" sz="700" b="0" u="none" strike="noStrike">
              <a:solidFill>
                <a:srgbClr val="000000"/>
              </a:solidFill>
              <a:uFillTx/>
              <a:latin typeface="Noto Sans CJK SC"/>
            </a:endParaRPr>
          </a:p>
        </p:txBody>
      </p:sp>
      <p:sp>
        <p:nvSpPr>
          <p:cNvPr id="385" name="Shape 35"/>
          <p:cNvSpPr/>
          <p:nvPr/>
        </p:nvSpPr>
        <p:spPr>
          <a:xfrm>
            <a:off x="2306880" y="3913560"/>
            <a:ext cx="345600" cy="328320"/>
          </a:xfrm>
          <a:prstGeom prst="rect">
            <a:avLst/>
          </a:prstGeom>
          <a:solidFill>
            <a:srgbClr val="E8F4FD"/>
          </a:solidFill>
          <a:ln w="12700">
            <a:solidFill>
              <a:srgbClr val="27AE6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386" name="Text 36"/>
          <p:cNvSpPr/>
          <p:nvPr/>
        </p:nvSpPr>
        <p:spPr>
          <a:xfrm>
            <a:off x="2306880" y="3913560"/>
            <a:ext cx="34560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u="none" strike="noStrike">
                <a:solidFill>
                  <a:srgbClr val="27AE60"/>
                </a:solidFill>
                <a:uFillTx/>
                <a:latin typeface="Calibri"/>
                <a:ea typeface="Calibri"/>
              </a:rPr>
              <a:t>Booking</a:t>
            </a:r>
            <a:endParaRPr lang="en-US" sz="700" b="0" u="none" strike="noStrike">
              <a:solidFill>
                <a:srgbClr val="000000"/>
              </a:solidFill>
              <a:uFillTx/>
              <a:latin typeface="Noto Sans CJK SC"/>
            </a:endParaRPr>
          </a:p>
        </p:txBody>
      </p:sp>
      <p:sp>
        <p:nvSpPr>
          <p:cNvPr id="387" name="Shape 37"/>
          <p:cNvSpPr/>
          <p:nvPr/>
        </p:nvSpPr>
        <p:spPr>
          <a:xfrm>
            <a:off x="2698920" y="3913560"/>
            <a:ext cx="345600" cy="328320"/>
          </a:xfrm>
          <a:prstGeom prst="rect">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388" name="Text 38"/>
          <p:cNvSpPr/>
          <p:nvPr/>
        </p:nvSpPr>
        <p:spPr>
          <a:xfrm>
            <a:off x="2698920" y="3913560"/>
            <a:ext cx="34560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u="none" strike="noStrike">
                <a:solidFill>
                  <a:srgbClr val="FFFFFF"/>
                </a:solidFill>
                <a:uFillTx/>
                <a:latin typeface="Calibri"/>
                <a:ea typeface="Calibri"/>
              </a:rPr>
              <a:t>Payment</a:t>
            </a:r>
            <a:endParaRPr lang="en-US" sz="700" b="0" u="none" strike="noStrike">
              <a:solidFill>
                <a:srgbClr val="000000"/>
              </a:solidFill>
              <a:uFillTx/>
              <a:latin typeface="Noto Sans CJK SC"/>
            </a:endParaRPr>
          </a:p>
        </p:txBody>
      </p:sp>
      <p:sp>
        <p:nvSpPr>
          <p:cNvPr id="389" name="Shape 39"/>
          <p:cNvSpPr/>
          <p:nvPr/>
        </p:nvSpPr>
        <p:spPr>
          <a:xfrm>
            <a:off x="3520440" y="1078920"/>
            <a:ext cx="2788200" cy="255240"/>
          </a:xfrm>
          <a:prstGeom prst="rect">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390" name="Text 40"/>
          <p:cNvSpPr/>
          <p:nvPr/>
        </p:nvSpPr>
        <p:spPr>
          <a:xfrm>
            <a:off x="3611880" y="1078920"/>
            <a:ext cx="260532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a:solidFill>
                  <a:srgbClr val="FFFFFF"/>
                </a:solidFill>
                <a:uFillTx/>
                <a:latin typeface="Calibri"/>
                <a:ea typeface="Calibri"/>
              </a:rPr>
              <a:t>SELENIUM AUTOMATION</a:t>
            </a:r>
            <a:endParaRPr lang="en-US" sz="900" b="0" u="none" strike="noStrike">
              <a:solidFill>
                <a:srgbClr val="000000"/>
              </a:solidFill>
              <a:uFillTx/>
              <a:latin typeface="Noto Sans CJK SC"/>
            </a:endParaRPr>
          </a:p>
        </p:txBody>
      </p:sp>
      <p:sp>
        <p:nvSpPr>
          <p:cNvPr id="391" name="Shape 41"/>
          <p:cNvSpPr/>
          <p:nvPr/>
        </p:nvSpPr>
        <p:spPr>
          <a:xfrm>
            <a:off x="3520440" y="1334880"/>
            <a:ext cx="2788200" cy="82224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392" name="Text 42"/>
          <p:cNvSpPr/>
          <p:nvPr/>
        </p:nvSpPr>
        <p:spPr>
          <a:xfrm>
            <a:off x="3511080" y="1371600"/>
            <a:ext cx="2859240" cy="767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850" b="0" u="none" strike="noStrike" dirty="0">
                <a:solidFill>
                  <a:srgbClr val="14375F"/>
                </a:solidFill>
                <a:uFillTx/>
                <a:latin typeface="Calibri"/>
                <a:ea typeface="Calibri"/>
              </a:rPr>
              <a:t>The Selenium Pytest uses Pytest test functions, fixtures, parametrization, CSV data, Excel data, and Allure Pytest annotations. This framework is useful for technical regression execution because each validation is written as a Python test and can be run independently or as a full suite.</a:t>
            </a:r>
            <a:endParaRPr lang="en-US" sz="850" b="0" u="none" strike="noStrike" dirty="0">
              <a:solidFill>
                <a:srgbClr val="000000"/>
              </a:solidFill>
              <a:uFillTx/>
              <a:latin typeface="Noto Sans CJK SC"/>
            </a:endParaRPr>
          </a:p>
        </p:txBody>
      </p:sp>
      <p:sp>
        <p:nvSpPr>
          <p:cNvPr id="393" name="Shape 43"/>
          <p:cNvSpPr/>
          <p:nvPr/>
        </p:nvSpPr>
        <p:spPr>
          <a:xfrm>
            <a:off x="3520440" y="2240280"/>
            <a:ext cx="2788200" cy="255240"/>
          </a:xfrm>
          <a:prstGeom prst="rect">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394" name="Text 44"/>
          <p:cNvSpPr/>
          <p:nvPr/>
        </p:nvSpPr>
        <p:spPr>
          <a:xfrm>
            <a:off x="3611880" y="2240280"/>
            <a:ext cx="260532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a:solidFill>
                  <a:srgbClr val="FFFFFF"/>
                </a:solidFill>
                <a:uFillTx/>
                <a:latin typeface="Calibri"/>
                <a:ea typeface="Calibri"/>
              </a:rPr>
              <a:t>✓  POSITIVE TEST CASES</a:t>
            </a:r>
            <a:endParaRPr lang="en-US" sz="900" b="0" u="none" strike="noStrike">
              <a:solidFill>
                <a:srgbClr val="000000"/>
              </a:solidFill>
              <a:uFillTx/>
              <a:latin typeface="Noto Sans CJK SC"/>
            </a:endParaRPr>
          </a:p>
        </p:txBody>
      </p:sp>
      <p:sp>
        <p:nvSpPr>
          <p:cNvPr id="395" name="Shape 45"/>
          <p:cNvSpPr/>
          <p:nvPr/>
        </p:nvSpPr>
        <p:spPr>
          <a:xfrm>
            <a:off x="3520440" y="2496240"/>
            <a:ext cx="2788200" cy="69408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396" name="Text 46"/>
          <p:cNvSpPr/>
          <p:nvPr/>
        </p:nvSpPr>
        <p:spPr>
          <a:xfrm>
            <a:off x="3538980" y="2519100"/>
            <a:ext cx="2577960" cy="648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marL="228600" indent="-228600" defTabSz="914400">
              <a:lnSpc>
                <a:spcPct val="100000"/>
              </a:lnSpc>
              <a:buAutoNum type="arabicPeriod"/>
              <a:tabLst>
                <a:tab pos="0" algn="l"/>
              </a:tabLst>
            </a:pPr>
            <a:r>
              <a:rPr lang="en-US" sz="800" dirty="0">
                <a:solidFill>
                  <a:srgbClr val="14375F"/>
                </a:solidFill>
                <a:latin typeface="Calibri"/>
                <a:ea typeface="Calibri"/>
              </a:rPr>
              <a:t>Coach Class Filter</a:t>
            </a:r>
          </a:p>
          <a:p>
            <a:pPr marL="228600" indent="-228600" defTabSz="914400">
              <a:lnSpc>
                <a:spcPct val="100000"/>
              </a:lnSpc>
              <a:buAutoNum type="arabicPeriod"/>
              <a:tabLst>
                <a:tab pos="0" algn="l"/>
              </a:tabLst>
            </a:pPr>
            <a:r>
              <a:rPr lang="en-US" sz="800" b="0" u="none" strike="noStrike" dirty="0">
                <a:solidFill>
                  <a:srgbClr val="14375F"/>
                </a:solidFill>
                <a:uFillTx/>
                <a:latin typeface="Calibri"/>
                <a:ea typeface="Calibri"/>
              </a:rPr>
              <a:t>Departure Time Filter</a:t>
            </a:r>
          </a:p>
          <a:p>
            <a:pPr marL="228600" indent="-228600">
              <a:buAutoNum type="arabicPeriod"/>
              <a:tabLst>
                <a:tab pos="0" algn="l"/>
              </a:tabLst>
            </a:pPr>
            <a:r>
              <a:rPr lang="en-US" sz="800" dirty="0">
                <a:solidFill>
                  <a:srgbClr val="14375F"/>
                </a:solidFill>
                <a:ea typeface="Calibri"/>
              </a:rPr>
              <a:t>Departure Station Filter</a:t>
            </a:r>
          </a:p>
          <a:p>
            <a:pPr marL="228600" indent="-228600">
              <a:buAutoNum type="arabicPeriod"/>
              <a:tabLst>
                <a:tab pos="0" algn="l"/>
              </a:tabLst>
            </a:pPr>
            <a:r>
              <a:rPr lang="en-US" sz="800" dirty="0">
                <a:solidFill>
                  <a:srgbClr val="14375F"/>
                </a:solidFill>
                <a:ea typeface="Calibri"/>
              </a:rPr>
              <a:t>Departure Time Sort</a:t>
            </a:r>
          </a:p>
          <a:p>
            <a:pPr marL="228600" indent="-228600">
              <a:buAutoNum type="arabicPeriod"/>
              <a:tabLst>
                <a:tab pos="0" algn="l"/>
              </a:tabLst>
            </a:pPr>
            <a:r>
              <a:rPr lang="en-US" sz="800" b="0" u="none" strike="noStrike" dirty="0">
                <a:solidFill>
                  <a:srgbClr val="14375F"/>
                </a:solidFill>
                <a:uFillTx/>
                <a:latin typeface="Noto Sans CJK SC"/>
                <a:ea typeface="Calibri"/>
              </a:rPr>
              <a:t>Arrival Time Sort</a:t>
            </a:r>
            <a:endParaRPr lang="en-US" sz="800" b="0" u="none" strike="noStrike" dirty="0">
              <a:solidFill>
                <a:srgbClr val="000000"/>
              </a:solidFill>
              <a:uFillTx/>
              <a:latin typeface="Noto Sans CJK SC"/>
            </a:endParaRPr>
          </a:p>
        </p:txBody>
      </p:sp>
      <p:sp>
        <p:nvSpPr>
          <p:cNvPr id="400" name="Shape 50"/>
          <p:cNvSpPr/>
          <p:nvPr/>
        </p:nvSpPr>
        <p:spPr>
          <a:xfrm>
            <a:off x="3520440" y="3255120"/>
            <a:ext cx="2788200" cy="255240"/>
          </a:xfrm>
          <a:prstGeom prst="rect">
            <a:avLst/>
          </a:prstGeom>
          <a:solidFill>
            <a:srgbClr val="F05A28"/>
          </a:solidFill>
          <a:ln w="12700">
            <a:solidFill>
              <a:srgbClr val="F05A2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401" name="Text 51"/>
          <p:cNvSpPr/>
          <p:nvPr/>
        </p:nvSpPr>
        <p:spPr>
          <a:xfrm>
            <a:off x="3611880" y="3255120"/>
            <a:ext cx="260532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a:solidFill>
                  <a:srgbClr val="FFFFFF"/>
                </a:solidFill>
                <a:uFillTx/>
                <a:latin typeface="Calibri"/>
                <a:ea typeface="Calibri"/>
              </a:rPr>
              <a:t>✗  NEGATIVE TEST CASES</a:t>
            </a:r>
            <a:endParaRPr lang="en-US" sz="900" b="0" u="none" strike="noStrike">
              <a:solidFill>
                <a:srgbClr val="000000"/>
              </a:solidFill>
              <a:uFillTx/>
              <a:latin typeface="Noto Sans CJK SC"/>
            </a:endParaRPr>
          </a:p>
        </p:txBody>
      </p:sp>
      <p:sp>
        <p:nvSpPr>
          <p:cNvPr id="402" name="Shape 52"/>
          <p:cNvSpPr/>
          <p:nvPr/>
        </p:nvSpPr>
        <p:spPr>
          <a:xfrm>
            <a:off x="3520440" y="3511440"/>
            <a:ext cx="2788200" cy="45648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403" name="Text 53"/>
          <p:cNvSpPr/>
          <p:nvPr/>
        </p:nvSpPr>
        <p:spPr>
          <a:xfrm>
            <a:off x="3538980" y="3584520"/>
            <a:ext cx="2577960" cy="2971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marL="228600" indent="-228600" defTabSz="914400">
              <a:lnSpc>
                <a:spcPct val="100000"/>
              </a:lnSpc>
              <a:buAutoNum type="arabicPeriod"/>
              <a:tabLst>
                <a:tab pos="0" algn="l"/>
              </a:tabLst>
            </a:pPr>
            <a:r>
              <a:rPr lang="en-US" sz="800" b="0" u="none" strike="noStrike" dirty="0">
                <a:solidFill>
                  <a:srgbClr val="14375F"/>
                </a:solidFill>
                <a:uFillTx/>
                <a:latin typeface="Calibri"/>
                <a:ea typeface="Calibri"/>
              </a:rPr>
              <a:t>Booking Window Limit</a:t>
            </a:r>
          </a:p>
          <a:p>
            <a:pPr marL="228600" indent="-228600" defTabSz="914400">
              <a:lnSpc>
                <a:spcPct val="100000"/>
              </a:lnSpc>
              <a:buAutoNum type="arabicPeriod"/>
              <a:tabLst>
                <a:tab pos="0" algn="l"/>
              </a:tabLst>
            </a:pPr>
            <a:r>
              <a:rPr lang="en-US" sz="800" dirty="0">
                <a:solidFill>
                  <a:srgbClr val="14375F"/>
                </a:solidFill>
                <a:latin typeface="Calibri"/>
                <a:ea typeface="Calibri"/>
              </a:rPr>
              <a:t>Empty Search Route</a:t>
            </a:r>
            <a:endParaRPr lang="en-US" sz="800" b="0" u="none" strike="noStrike" dirty="0">
              <a:solidFill>
                <a:srgbClr val="000000"/>
              </a:solidFill>
              <a:uFillTx/>
              <a:latin typeface="Noto Sans CJK SC"/>
            </a:endParaRPr>
          </a:p>
        </p:txBody>
      </p:sp>
      <p:sp>
        <p:nvSpPr>
          <p:cNvPr id="405" name="Shape 55"/>
          <p:cNvSpPr/>
          <p:nvPr/>
        </p:nvSpPr>
        <p:spPr>
          <a:xfrm>
            <a:off x="6464880" y="1078920"/>
            <a:ext cx="2605320" cy="255240"/>
          </a:xfrm>
          <a:prstGeom prst="rect">
            <a:avLst/>
          </a:prstGeom>
          <a:solidFill>
            <a:srgbClr val="1A2E44"/>
          </a:solidFill>
          <a:ln w="12700">
            <a:solidFill>
              <a:srgbClr val="1A2E4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406" name="Text 56"/>
          <p:cNvSpPr/>
          <p:nvPr/>
        </p:nvSpPr>
        <p:spPr>
          <a:xfrm>
            <a:off x="6556320" y="1078920"/>
            <a:ext cx="242244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a:solidFill>
                  <a:srgbClr val="FFFFFF"/>
                </a:solidFill>
                <a:uFillTx/>
                <a:latin typeface="Calibri"/>
                <a:ea typeface="Calibri"/>
              </a:rPr>
              <a:t>BDD AUTOMATION</a:t>
            </a:r>
            <a:endParaRPr lang="en-US" sz="900" b="0" u="none" strike="noStrike">
              <a:solidFill>
                <a:srgbClr val="000000"/>
              </a:solidFill>
              <a:uFillTx/>
              <a:latin typeface="Noto Sans CJK SC"/>
            </a:endParaRPr>
          </a:p>
        </p:txBody>
      </p:sp>
      <p:sp>
        <p:nvSpPr>
          <p:cNvPr id="407" name="Shape 57"/>
          <p:cNvSpPr/>
          <p:nvPr/>
        </p:nvSpPr>
        <p:spPr>
          <a:xfrm>
            <a:off x="6464880" y="1334880"/>
            <a:ext cx="2605320" cy="74916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408" name="Text 58"/>
          <p:cNvSpPr/>
          <p:nvPr/>
        </p:nvSpPr>
        <p:spPr>
          <a:xfrm>
            <a:off x="6464880" y="1371600"/>
            <a:ext cx="2605320" cy="694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50" b="0" u="none" strike="noStrike" dirty="0">
                <a:solidFill>
                  <a:srgbClr val="14375F"/>
                </a:solidFill>
                <a:uFillTx/>
                <a:latin typeface="Calibri"/>
                <a:ea typeface="Calibri"/>
              </a:rPr>
              <a:t>The Behave BDD converts the same train automation into business-readable Gherkin scenarios. The important improvement in the BDD project is that test data is written directly inside Scenario Outline example tables instead of using CSV or Excel files. </a:t>
            </a:r>
            <a:endParaRPr lang="en-US" sz="850" b="0" u="none" strike="noStrike" dirty="0">
              <a:solidFill>
                <a:srgbClr val="000000"/>
              </a:solidFill>
              <a:uFillTx/>
              <a:latin typeface="Noto Sans CJK SC"/>
            </a:endParaRPr>
          </a:p>
        </p:txBody>
      </p:sp>
      <p:sp>
        <p:nvSpPr>
          <p:cNvPr id="409" name="Shape 59"/>
          <p:cNvSpPr/>
          <p:nvPr/>
        </p:nvSpPr>
        <p:spPr>
          <a:xfrm>
            <a:off x="6464880" y="2157840"/>
            <a:ext cx="2605320" cy="227880"/>
          </a:xfrm>
          <a:prstGeom prst="rect">
            <a:avLst/>
          </a:prstGeom>
          <a:solidFill>
            <a:srgbClr val="1A2E44"/>
          </a:solidFill>
          <a:ln w="12700">
            <a:solidFill>
              <a:srgbClr val="1A2E4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410" name="Text 60"/>
          <p:cNvSpPr/>
          <p:nvPr/>
        </p:nvSpPr>
        <p:spPr>
          <a:xfrm>
            <a:off x="6556320" y="2157840"/>
            <a:ext cx="242244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1" u="none" strike="noStrike">
                <a:solidFill>
                  <a:srgbClr val="00A3E0"/>
                </a:solidFill>
                <a:uFillTx/>
                <a:latin typeface="Calibri"/>
                <a:ea typeface="Calibri"/>
              </a:rPr>
              <a:t>TOOLS USED</a:t>
            </a:r>
            <a:endParaRPr lang="en-US" sz="850" b="0" u="none" strike="noStrike">
              <a:solidFill>
                <a:srgbClr val="000000"/>
              </a:solidFill>
              <a:uFillTx/>
              <a:latin typeface="Noto Sans CJK SC"/>
            </a:endParaRPr>
          </a:p>
        </p:txBody>
      </p:sp>
      <p:sp>
        <p:nvSpPr>
          <p:cNvPr id="411" name="Shape 61"/>
          <p:cNvSpPr/>
          <p:nvPr/>
        </p:nvSpPr>
        <p:spPr>
          <a:xfrm>
            <a:off x="6464880" y="2386440"/>
            <a:ext cx="2605320" cy="74916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412" name="Shape 62"/>
          <p:cNvSpPr/>
          <p:nvPr/>
        </p:nvSpPr>
        <p:spPr>
          <a:xfrm>
            <a:off x="6556320" y="2432160"/>
            <a:ext cx="72360" cy="72360"/>
          </a:xfrm>
          <a:prstGeom prst="ellipse">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36000" tIns="6840" rIns="36000" bIns="684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413" name="Text 63"/>
          <p:cNvSpPr/>
          <p:nvPr/>
        </p:nvSpPr>
        <p:spPr>
          <a:xfrm>
            <a:off x="6693480" y="2414160"/>
            <a:ext cx="233100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Selenium WebDriver</a:t>
            </a:r>
            <a:endParaRPr lang="en-US" sz="800" b="0" u="none" strike="noStrike">
              <a:solidFill>
                <a:srgbClr val="000000"/>
              </a:solidFill>
              <a:uFillTx/>
              <a:latin typeface="Noto Sans CJK SC"/>
            </a:endParaRPr>
          </a:p>
        </p:txBody>
      </p:sp>
      <p:sp>
        <p:nvSpPr>
          <p:cNvPr id="414" name="Shape 64"/>
          <p:cNvSpPr/>
          <p:nvPr/>
        </p:nvSpPr>
        <p:spPr>
          <a:xfrm>
            <a:off x="6556320" y="2606040"/>
            <a:ext cx="72360" cy="72360"/>
          </a:xfrm>
          <a:prstGeom prst="ellipse">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36000" tIns="6840" rIns="36000" bIns="684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415" name="Text 65"/>
          <p:cNvSpPr/>
          <p:nvPr/>
        </p:nvSpPr>
        <p:spPr>
          <a:xfrm>
            <a:off x="6693480" y="2587680"/>
            <a:ext cx="233100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dirty="0">
                <a:solidFill>
                  <a:srgbClr val="14375F"/>
                </a:solidFill>
                <a:uFillTx/>
                <a:latin typeface="Calibri"/>
                <a:ea typeface="Calibri"/>
              </a:rPr>
              <a:t>Python + Pytest</a:t>
            </a:r>
            <a:endParaRPr lang="en-US" sz="800" b="0" u="none" strike="noStrike" dirty="0">
              <a:solidFill>
                <a:srgbClr val="000000"/>
              </a:solidFill>
              <a:uFillTx/>
              <a:latin typeface="Noto Sans CJK SC"/>
            </a:endParaRPr>
          </a:p>
        </p:txBody>
      </p:sp>
      <p:sp>
        <p:nvSpPr>
          <p:cNvPr id="416" name="Shape 66"/>
          <p:cNvSpPr/>
          <p:nvPr/>
        </p:nvSpPr>
        <p:spPr>
          <a:xfrm>
            <a:off x="6556320" y="2779920"/>
            <a:ext cx="72360" cy="72360"/>
          </a:xfrm>
          <a:prstGeom prst="ellipse">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36000" tIns="6840" rIns="36000" bIns="684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417" name="Text 67"/>
          <p:cNvSpPr/>
          <p:nvPr/>
        </p:nvSpPr>
        <p:spPr>
          <a:xfrm>
            <a:off x="6693480" y="2761560"/>
            <a:ext cx="233100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Behave BDD</a:t>
            </a:r>
            <a:endParaRPr lang="en-US" sz="800" b="0" u="none" strike="noStrike">
              <a:solidFill>
                <a:srgbClr val="000000"/>
              </a:solidFill>
              <a:uFillTx/>
              <a:latin typeface="Noto Sans CJK SC"/>
            </a:endParaRPr>
          </a:p>
        </p:txBody>
      </p:sp>
      <p:sp>
        <p:nvSpPr>
          <p:cNvPr id="418" name="Shape 68"/>
          <p:cNvSpPr/>
          <p:nvPr/>
        </p:nvSpPr>
        <p:spPr>
          <a:xfrm>
            <a:off x="6556320" y="2953440"/>
            <a:ext cx="72360" cy="72360"/>
          </a:xfrm>
          <a:prstGeom prst="ellipse">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36000" tIns="6840" rIns="36000" bIns="684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419" name="Text 69"/>
          <p:cNvSpPr/>
          <p:nvPr/>
        </p:nvSpPr>
        <p:spPr>
          <a:xfrm>
            <a:off x="6693480" y="2935080"/>
            <a:ext cx="233100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Allure Reports + Chrome</a:t>
            </a:r>
            <a:endParaRPr lang="en-US" sz="800" b="0" u="none" strike="noStrike">
              <a:solidFill>
                <a:srgbClr val="000000"/>
              </a:solidFill>
              <a:uFillTx/>
              <a:latin typeface="Noto Sans CJK SC"/>
            </a:endParaRPr>
          </a:p>
        </p:txBody>
      </p:sp>
      <p:sp>
        <p:nvSpPr>
          <p:cNvPr id="420" name="Shape 70"/>
          <p:cNvSpPr/>
          <p:nvPr/>
        </p:nvSpPr>
        <p:spPr>
          <a:xfrm>
            <a:off x="6464880" y="3209400"/>
            <a:ext cx="2605320" cy="227880"/>
          </a:xfrm>
          <a:prstGeom prst="rect">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421" name="Text 71"/>
          <p:cNvSpPr/>
          <p:nvPr/>
        </p:nvSpPr>
        <p:spPr>
          <a:xfrm>
            <a:off x="6556320" y="3209400"/>
            <a:ext cx="242244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1" u="none" strike="noStrike">
                <a:solidFill>
                  <a:srgbClr val="FFFFFF"/>
                </a:solidFill>
                <a:uFillTx/>
                <a:latin typeface="Calibri"/>
                <a:ea typeface="Calibri"/>
              </a:rPr>
              <a:t>VALIDATED AREAS</a:t>
            </a:r>
            <a:endParaRPr lang="en-US" sz="850" b="0" u="none" strike="noStrike">
              <a:solidFill>
                <a:srgbClr val="000000"/>
              </a:solidFill>
              <a:uFillTx/>
              <a:latin typeface="Noto Sans CJK SC"/>
            </a:endParaRPr>
          </a:p>
        </p:txBody>
      </p:sp>
      <p:sp>
        <p:nvSpPr>
          <p:cNvPr id="422" name="Shape 72"/>
          <p:cNvSpPr/>
          <p:nvPr/>
        </p:nvSpPr>
        <p:spPr>
          <a:xfrm>
            <a:off x="6464880" y="3438000"/>
            <a:ext cx="2605320" cy="74916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423" name="Shape 73"/>
          <p:cNvSpPr/>
          <p:nvPr/>
        </p:nvSpPr>
        <p:spPr>
          <a:xfrm>
            <a:off x="6556320" y="3483720"/>
            <a:ext cx="72360" cy="72360"/>
          </a:xfrm>
          <a:prstGeom prst="ellipse">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36000" tIns="6840" rIns="36000" bIns="684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424" name="Text 74"/>
          <p:cNvSpPr/>
          <p:nvPr/>
        </p:nvSpPr>
        <p:spPr>
          <a:xfrm>
            <a:off x="6693480" y="3465720"/>
            <a:ext cx="233100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Workflow navigation</a:t>
            </a:r>
            <a:endParaRPr lang="en-US" sz="800" b="0" u="none" strike="noStrike">
              <a:solidFill>
                <a:srgbClr val="000000"/>
              </a:solidFill>
              <a:uFillTx/>
              <a:latin typeface="Noto Sans CJK SC"/>
            </a:endParaRPr>
          </a:p>
        </p:txBody>
      </p:sp>
      <p:sp>
        <p:nvSpPr>
          <p:cNvPr id="425" name="Shape 75"/>
          <p:cNvSpPr/>
          <p:nvPr/>
        </p:nvSpPr>
        <p:spPr>
          <a:xfrm>
            <a:off x="6556320" y="3657600"/>
            <a:ext cx="72360" cy="72360"/>
          </a:xfrm>
          <a:prstGeom prst="ellipse">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36000" tIns="6840" rIns="36000" bIns="684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426" name="Text 76"/>
          <p:cNvSpPr/>
          <p:nvPr/>
        </p:nvSpPr>
        <p:spPr>
          <a:xfrm>
            <a:off x="6693480" y="3639240"/>
            <a:ext cx="233100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Form validations</a:t>
            </a:r>
            <a:endParaRPr lang="en-US" sz="800" b="0" u="none" strike="noStrike">
              <a:solidFill>
                <a:srgbClr val="000000"/>
              </a:solidFill>
              <a:uFillTx/>
              <a:latin typeface="Noto Sans CJK SC"/>
            </a:endParaRPr>
          </a:p>
        </p:txBody>
      </p:sp>
      <p:sp>
        <p:nvSpPr>
          <p:cNvPr id="427" name="Shape 77"/>
          <p:cNvSpPr/>
          <p:nvPr/>
        </p:nvSpPr>
        <p:spPr>
          <a:xfrm>
            <a:off x="6556320" y="3831480"/>
            <a:ext cx="72360" cy="72360"/>
          </a:xfrm>
          <a:prstGeom prst="ellipse">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36000" tIns="6840" rIns="36000" bIns="684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428" name="Text 78"/>
          <p:cNvSpPr/>
          <p:nvPr/>
        </p:nvSpPr>
        <p:spPr>
          <a:xfrm>
            <a:off x="6693480" y="3813120"/>
            <a:ext cx="233100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Booking steps</a:t>
            </a:r>
            <a:endParaRPr lang="en-US" sz="800" b="0" u="none" strike="noStrike">
              <a:solidFill>
                <a:srgbClr val="000000"/>
              </a:solidFill>
              <a:uFillTx/>
              <a:latin typeface="Noto Sans CJK SC"/>
            </a:endParaRPr>
          </a:p>
        </p:txBody>
      </p:sp>
      <p:sp>
        <p:nvSpPr>
          <p:cNvPr id="429" name="Shape 79"/>
          <p:cNvSpPr/>
          <p:nvPr/>
        </p:nvSpPr>
        <p:spPr>
          <a:xfrm>
            <a:off x="6556320" y="4005000"/>
            <a:ext cx="72360" cy="72360"/>
          </a:xfrm>
          <a:prstGeom prst="ellipse">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36000" tIns="6840" rIns="36000" bIns="684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430" name="Text 80"/>
          <p:cNvSpPr/>
          <p:nvPr/>
        </p:nvSpPr>
        <p:spPr>
          <a:xfrm>
            <a:off x="6693480" y="3986640"/>
            <a:ext cx="233100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Payment page boundary</a:t>
            </a:r>
            <a:endParaRPr lang="en-US" sz="800" b="0" u="none" strike="noStrike">
              <a:solidFill>
                <a:srgbClr val="000000"/>
              </a:solidFill>
              <a:uFillTx/>
              <a:latin typeface="Noto Sans CJK SC"/>
            </a:endParaRPr>
          </a:p>
        </p:txBody>
      </p:sp>
      <p:sp>
        <p:nvSpPr>
          <p:cNvPr id="431" name="Shape 81"/>
          <p:cNvSpPr/>
          <p:nvPr/>
        </p:nvSpPr>
        <p:spPr>
          <a:xfrm>
            <a:off x="347400" y="4316040"/>
            <a:ext cx="8722800" cy="383400"/>
          </a:xfrm>
          <a:prstGeom prst="rect">
            <a:avLst/>
          </a:prstGeom>
          <a:solidFill>
            <a:srgbClr val="EBF4FB"/>
          </a:solidFill>
          <a:ln w="12700">
            <a:solidFill>
              <a:srgbClr val="CBD8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432" name="Text 82"/>
          <p:cNvSpPr/>
          <p:nvPr/>
        </p:nvSpPr>
        <p:spPr>
          <a:xfrm>
            <a:off x="548640" y="4352400"/>
            <a:ext cx="201096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1" u="none" strike="noStrike">
                <a:solidFill>
                  <a:srgbClr val="14375F"/>
                </a:solidFill>
                <a:uFillTx/>
                <a:latin typeface="Calibri"/>
                <a:ea typeface="Calibri"/>
              </a:rPr>
              <a:t>OS: Windows 11</a:t>
            </a:r>
            <a:endParaRPr lang="en-US" sz="900" b="0" u="none" strike="noStrike">
              <a:solidFill>
                <a:srgbClr val="000000"/>
              </a:solidFill>
              <a:uFillTx/>
              <a:latin typeface="Noto Sans CJK SC"/>
            </a:endParaRPr>
          </a:p>
        </p:txBody>
      </p:sp>
      <p:sp>
        <p:nvSpPr>
          <p:cNvPr id="433" name="Text 83"/>
          <p:cNvSpPr/>
          <p:nvPr/>
        </p:nvSpPr>
        <p:spPr>
          <a:xfrm>
            <a:off x="2697480" y="4352400"/>
            <a:ext cx="201096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dirty="0">
                <a:solidFill>
                  <a:srgbClr val="14375F"/>
                </a:solidFill>
                <a:uFillTx/>
                <a:latin typeface="Calibri"/>
                <a:ea typeface="Calibri"/>
              </a:rPr>
              <a:t>Framework: POM + BDD</a:t>
            </a:r>
            <a:endParaRPr lang="en-US" sz="900" b="0" u="none" strike="noStrike" dirty="0">
              <a:solidFill>
                <a:srgbClr val="000000"/>
              </a:solidFill>
              <a:uFillTx/>
              <a:latin typeface="Noto Sans CJK SC"/>
            </a:endParaRPr>
          </a:p>
        </p:txBody>
      </p:sp>
      <p:sp>
        <p:nvSpPr>
          <p:cNvPr id="434" name="Text 84"/>
          <p:cNvSpPr/>
          <p:nvPr/>
        </p:nvSpPr>
        <p:spPr>
          <a:xfrm>
            <a:off x="4846320" y="4352400"/>
            <a:ext cx="201096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a:solidFill>
                  <a:srgbClr val="14375F"/>
                </a:solidFill>
                <a:uFillTx/>
                <a:latin typeface="Calibri"/>
                <a:ea typeface="Calibri"/>
              </a:rPr>
              <a:t>Logs: Enabled</a:t>
            </a:r>
            <a:endParaRPr lang="en-US" sz="900" b="0" u="none" strike="noStrike">
              <a:solidFill>
                <a:srgbClr val="000000"/>
              </a:solidFill>
              <a:uFillTx/>
              <a:latin typeface="Noto Sans CJK SC"/>
            </a:endParaRPr>
          </a:p>
        </p:txBody>
      </p:sp>
      <p:sp>
        <p:nvSpPr>
          <p:cNvPr id="435" name="Text 85"/>
          <p:cNvSpPr/>
          <p:nvPr/>
        </p:nvSpPr>
        <p:spPr>
          <a:xfrm>
            <a:off x="6995160" y="4352400"/>
            <a:ext cx="201096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a:solidFill>
                  <a:srgbClr val="14375F"/>
                </a:solidFill>
                <a:uFillTx/>
                <a:latin typeface="Calibri"/>
                <a:ea typeface="Calibri"/>
              </a:rPr>
              <a:t>Screenshots: Enabled</a:t>
            </a:r>
            <a:endParaRPr lang="en-US" sz="900" b="0" u="none" strike="noStrike">
              <a:solidFill>
                <a:srgbClr val="000000"/>
              </a:solidFill>
              <a:uFillTx/>
              <a:latin typeface="Noto Sans CJK SC"/>
            </a:endParaRPr>
          </a:p>
        </p:txBody>
      </p:sp>
      <p:sp>
        <p:nvSpPr>
          <p:cNvPr id="436" name="Shape 86"/>
          <p:cNvSpPr/>
          <p:nvPr/>
        </p:nvSpPr>
        <p:spPr>
          <a:xfrm>
            <a:off x="0" y="4818960"/>
            <a:ext cx="9143280" cy="12960"/>
          </a:xfrm>
          <a:prstGeom prst="rect">
            <a:avLst/>
          </a:prstGeom>
          <a:solidFill>
            <a:srgbClr val="CBD8E8"/>
          </a:solidFill>
          <a:ln w="12700">
            <a:solidFill>
              <a:srgbClr val="CBD8E8"/>
            </a:solidFill>
            <a:round/>
          </a:ln>
        </p:spPr>
        <p:style>
          <a:lnRef idx="0">
            <a:scrgbClr r="0" g="0" b="0"/>
          </a:lnRef>
          <a:fillRef idx="0">
            <a:scrgbClr r="0" g="0" b="0"/>
          </a:fillRef>
          <a:effectRef idx="0">
            <a:scrgbClr r="0" g="0" b="0"/>
          </a:effectRef>
          <a:fontRef idx="minor"/>
        </p:style>
        <p:txBody>
          <a:bodyPr lIns="90000" tIns="-31320" rIns="90000" bIns="-3132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437" name="Text 87"/>
          <p:cNvSpPr/>
          <p:nvPr/>
        </p:nvSpPr>
        <p:spPr>
          <a:xfrm>
            <a:off x="320040" y="4846320"/>
            <a:ext cx="640008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50" b="0" u="none" strike="noStrike">
                <a:solidFill>
                  <a:srgbClr val="6B7C93"/>
                </a:solidFill>
                <a:uFillTx/>
                <a:latin typeface="Calibri"/>
                <a:ea typeface="Calibri"/>
              </a:rPr>
              <a:t>Goibibo End-to-End Automation Testing Framework</a:t>
            </a:r>
            <a:endParaRPr lang="en-US" sz="750" b="0" u="none" strike="noStrike">
              <a:solidFill>
                <a:srgbClr val="000000"/>
              </a:solidFill>
              <a:uFillTx/>
              <a:latin typeface="Noto Sans CJK SC"/>
            </a:endParaRPr>
          </a:p>
        </p:txBody>
      </p:sp>
      <p:sp>
        <p:nvSpPr>
          <p:cNvPr id="438" name="Text 88"/>
          <p:cNvSpPr/>
          <p:nvPr/>
        </p:nvSpPr>
        <p:spPr>
          <a:xfrm>
            <a:off x="8503920" y="4827960"/>
            <a:ext cx="50220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900" b="1" u="none" strike="noStrike">
                <a:solidFill>
                  <a:srgbClr val="1677C8"/>
                </a:solidFill>
                <a:uFillTx/>
                <a:latin typeface="Calibri"/>
                <a:ea typeface="Calibri"/>
              </a:rPr>
              <a:t>06</a:t>
            </a:r>
            <a:endParaRPr lang="en-US" sz="900" b="0" u="none" strike="noStrike">
              <a:solidFill>
                <a:srgbClr val="000000"/>
              </a:solidFill>
              <a:uFillTx/>
              <a:latin typeface="Noto Sans CJK SC"/>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439" name="Shape 0"/>
          <p:cNvSpPr/>
          <p:nvPr/>
        </p:nvSpPr>
        <p:spPr>
          <a:xfrm>
            <a:off x="0" y="0"/>
            <a:ext cx="9143280" cy="54000"/>
          </a:xfrm>
          <a:prstGeom prst="rect">
            <a:avLst/>
          </a:prstGeom>
          <a:solidFill>
            <a:srgbClr val="1677C8"/>
          </a:solidFill>
          <a:ln w="12700">
            <a:solidFill>
              <a:srgbClr val="1677C8"/>
            </a:solidFill>
            <a:round/>
          </a:ln>
        </p:spPr>
        <p:style>
          <a:lnRef idx="0">
            <a:scrgbClr r="0" g="0" b="0"/>
          </a:lnRef>
          <a:fillRef idx="0">
            <a:scrgbClr r="0" g="0" b="0"/>
          </a:fillRef>
          <a:effectRef idx="0">
            <a:scrgbClr r="0" g="0" b="0"/>
          </a:effectRef>
          <a:fontRef idx="minor"/>
        </p:style>
        <p:txBody>
          <a:bodyPr lIns="90000" tIns="9720" rIns="90000" bIns="972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440" name="Shape 1"/>
          <p:cNvSpPr/>
          <p:nvPr/>
        </p:nvSpPr>
        <p:spPr>
          <a:xfrm>
            <a:off x="0" y="54720"/>
            <a:ext cx="200520" cy="4745160"/>
          </a:xfrm>
          <a:prstGeom prst="rect">
            <a:avLst/>
          </a:prstGeom>
          <a:solidFill>
            <a:srgbClr val="8E44AD"/>
          </a:solidFill>
          <a:ln w="12700">
            <a:solidFill>
              <a:srgbClr val="8E44A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441" name="Text 2"/>
          <p:cNvSpPr/>
          <p:nvPr/>
        </p:nvSpPr>
        <p:spPr>
          <a:xfrm>
            <a:off x="347400" y="128160"/>
            <a:ext cx="274248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1" u="none" strike="noStrike" spc="201">
                <a:solidFill>
                  <a:srgbClr val="8E44AD"/>
                </a:solidFill>
                <a:uFillTx/>
                <a:latin typeface="Calibri"/>
                <a:ea typeface="Calibri"/>
              </a:rPr>
              <a:t>MODULE 05</a:t>
            </a:r>
            <a:endParaRPr lang="en-US" sz="800" b="0" u="none" strike="noStrike">
              <a:solidFill>
                <a:srgbClr val="000000"/>
              </a:solidFill>
              <a:uFillTx/>
              <a:latin typeface="Noto Sans CJK SC"/>
            </a:endParaRPr>
          </a:p>
        </p:txBody>
      </p:sp>
      <p:sp>
        <p:nvSpPr>
          <p:cNvPr id="442" name="Text 3"/>
          <p:cNvSpPr/>
          <p:nvPr/>
        </p:nvSpPr>
        <p:spPr>
          <a:xfrm>
            <a:off x="347400" y="329040"/>
            <a:ext cx="8411760" cy="474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000" b="1" u="none" strike="noStrike">
                <a:solidFill>
                  <a:srgbClr val="14375F"/>
                </a:solidFill>
                <a:uFillTx/>
                <a:latin typeface="Calibri"/>
                <a:ea typeface="Calibri"/>
              </a:rPr>
              <a:t>Goibibo Holidays Automation</a:t>
            </a:r>
            <a:endParaRPr lang="en-US" sz="2000" b="0" u="none" strike="noStrike">
              <a:solidFill>
                <a:srgbClr val="000000"/>
              </a:solidFill>
              <a:uFillTx/>
              <a:latin typeface="Noto Sans CJK SC"/>
            </a:endParaRPr>
          </a:p>
        </p:txBody>
      </p:sp>
      <p:sp>
        <p:nvSpPr>
          <p:cNvPr id="443" name="Text 4"/>
          <p:cNvSpPr/>
          <p:nvPr/>
        </p:nvSpPr>
        <p:spPr>
          <a:xfrm>
            <a:off x="347400" y="822960"/>
            <a:ext cx="841176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50" b="0" u="none" strike="noStrike">
                <a:solidFill>
                  <a:srgbClr val="6B7C93"/>
                </a:solidFill>
                <a:uFillTx/>
                <a:latin typeface="Calibri"/>
                <a:ea typeface="Calibri"/>
              </a:rPr>
              <a:t>Vanaparthi Deekshith  ·  Superset ID: 5488041</a:t>
            </a:r>
            <a:endParaRPr lang="en-US" sz="950" b="0" u="none" strike="noStrike">
              <a:solidFill>
                <a:srgbClr val="000000"/>
              </a:solidFill>
              <a:uFillTx/>
              <a:latin typeface="Noto Sans CJK SC"/>
            </a:endParaRPr>
          </a:p>
        </p:txBody>
      </p:sp>
      <p:sp>
        <p:nvSpPr>
          <p:cNvPr id="444" name="Shape 5"/>
          <p:cNvSpPr/>
          <p:nvPr/>
        </p:nvSpPr>
        <p:spPr>
          <a:xfrm>
            <a:off x="347400" y="1078920"/>
            <a:ext cx="3016800" cy="153540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445" name="Shape 6"/>
          <p:cNvSpPr/>
          <p:nvPr/>
        </p:nvSpPr>
        <p:spPr>
          <a:xfrm>
            <a:off x="347400" y="1078920"/>
            <a:ext cx="45000" cy="1535400"/>
          </a:xfrm>
          <a:prstGeom prst="rect">
            <a:avLst/>
          </a:prstGeom>
          <a:solidFill>
            <a:srgbClr val="8E44AD"/>
          </a:solidFill>
          <a:ln w="12700">
            <a:solidFill>
              <a:srgbClr val="8E44AD"/>
            </a:solidFill>
            <a:round/>
          </a:ln>
        </p:spPr>
        <p:style>
          <a:lnRef idx="0">
            <a:scrgbClr r="0" g="0" b="0"/>
          </a:lnRef>
          <a:fillRef idx="0">
            <a:scrgbClr r="0" g="0" b="0"/>
          </a:fillRef>
          <a:effectRef idx="0">
            <a:scrgbClr r="0" g="0" b="0"/>
          </a:effectRef>
          <a:fontRef idx="minor"/>
        </p:style>
        <p:txBody>
          <a:bodyPr lIns="22320" tIns="45000" rIns="2232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446" name="Text 7"/>
          <p:cNvSpPr/>
          <p:nvPr/>
        </p:nvSpPr>
        <p:spPr>
          <a:xfrm>
            <a:off x="484560" y="1115640"/>
            <a:ext cx="274248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50" b="1" u="none" strike="noStrike" spc="150">
                <a:solidFill>
                  <a:srgbClr val="8E44AD"/>
                </a:solidFill>
                <a:uFillTx/>
                <a:latin typeface="Calibri"/>
                <a:ea typeface="Calibri"/>
              </a:rPr>
              <a:t>PROJECT PROFILE</a:t>
            </a:r>
            <a:endParaRPr lang="en-US" sz="750" b="0" u="none" strike="noStrike">
              <a:solidFill>
                <a:srgbClr val="000000"/>
              </a:solidFill>
              <a:uFillTx/>
              <a:latin typeface="Noto Sans CJK SC"/>
            </a:endParaRPr>
          </a:p>
        </p:txBody>
      </p:sp>
      <p:sp>
        <p:nvSpPr>
          <p:cNvPr id="447" name="Text 8"/>
          <p:cNvSpPr/>
          <p:nvPr/>
        </p:nvSpPr>
        <p:spPr>
          <a:xfrm>
            <a:off x="484560" y="1334880"/>
            <a:ext cx="274248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dirty="0">
                <a:solidFill>
                  <a:srgbClr val="14375F"/>
                </a:solidFill>
                <a:uFillTx/>
                <a:latin typeface="Calibri"/>
                <a:ea typeface="Calibri"/>
              </a:rPr>
              <a:t>Domain: Travel &amp; </a:t>
            </a:r>
            <a:r>
              <a:rPr lang="en-US" sz="900" dirty="0">
                <a:solidFill>
                  <a:srgbClr val="14375F"/>
                </a:solidFill>
                <a:latin typeface="Calibri"/>
                <a:ea typeface="Calibri"/>
              </a:rPr>
              <a:t>Booking</a:t>
            </a:r>
            <a:endParaRPr lang="en-US" sz="900" b="0" u="none" strike="noStrike" dirty="0">
              <a:solidFill>
                <a:srgbClr val="000000"/>
              </a:solidFill>
              <a:uFillTx/>
              <a:latin typeface="Noto Sans CJK SC"/>
            </a:endParaRPr>
          </a:p>
        </p:txBody>
      </p:sp>
      <p:sp>
        <p:nvSpPr>
          <p:cNvPr id="448" name="Text 9"/>
          <p:cNvSpPr/>
          <p:nvPr/>
        </p:nvSpPr>
        <p:spPr>
          <a:xfrm>
            <a:off x="484560" y="1554480"/>
            <a:ext cx="274248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a:solidFill>
                  <a:srgbClr val="14375F"/>
                </a:solidFill>
                <a:uFillTx/>
                <a:latin typeface="Calibri"/>
                <a:ea typeface="Calibri"/>
              </a:rPr>
              <a:t>Member: Vanaparthi Deekshith</a:t>
            </a:r>
            <a:endParaRPr lang="en-US" sz="900" b="0" u="none" strike="noStrike">
              <a:solidFill>
                <a:srgbClr val="000000"/>
              </a:solidFill>
              <a:uFillTx/>
              <a:latin typeface="Noto Sans CJK SC"/>
            </a:endParaRPr>
          </a:p>
        </p:txBody>
      </p:sp>
      <p:sp>
        <p:nvSpPr>
          <p:cNvPr id="449" name="Text 10"/>
          <p:cNvSpPr/>
          <p:nvPr/>
        </p:nvSpPr>
        <p:spPr>
          <a:xfrm>
            <a:off x="484560" y="1774080"/>
            <a:ext cx="274248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a:solidFill>
                  <a:srgbClr val="14375F"/>
                </a:solidFill>
                <a:uFillTx/>
                <a:latin typeface="Calibri"/>
                <a:ea typeface="Calibri"/>
              </a:rPr>
              <a:t>Superset ID: 5488041</a:t>
            </a:r>
            <a:endParaRPr lang="en-US" sz="900" b="0" u="none" strike="noStrike">
              <a:solidFill>
                <a:srgbClr val="000000"/>
              </a:solidFill>
              <a:uFillTx/>
              <a:latin typeface="Noto Sans CJK SC"/>
            </a:endParaRPr>
          </a:p>
        </p:txBody>
      </p:sp>
      <p:sp>
        <p:nvSpPr>
          <p:cNvPr id="450" name="Text 11"/>
          <p:cNvSpPr/>
          <p:nvPr/>
        </p:nvSpPr>
        <p:spPr>
          <a:xfrm>
            <a:off x="484560" y="1993320"/>
            <a:ext cx="274248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a:solidFill>
                  <a:srgbClr val="14375F"/>
                </a:solidFill>
                <a:uFillTx/>
                <a:latin typeface="Calibri"/>
                <a:ea typeface="Calibri"/>
              </a:rPr>
              <a:t>Framework: Python + Selenium</a:t>
            </a:r>
            <a:endParaRPr lang="en-US" sz="900" b="0" u="none" strike="noStrike">
              <a:solidFill>
                <a:srgbClr val="000000"/>
              </a:solidFill>
              <a:uFillTx/>
              <a:latin typeface="Noto Sans CJK SC"/>
            </a:endParaRPr>
          </a:p>
        </p:txBody>
      </p:sp>
      <p:sp>
        <p:nvSpPr>
          <p:cNvPr id="451" name="Text 12"/>
          <p:cNvSpPr/>
          <p:nvPr/>
        </p:nvSpPr>
        <p:spPr>
          <a:xfrm>
            <a:off x="484560" y="2212920"/>
            <a:ext cx="274248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a:solidFill>
                  <a:srgbClr val="14375F"/>
                </a:solidFill>
                <a:uFillTx/>
                <a:latin typeface="Calibri"/>
                <a:ea typeface="Calibri"/>
              </a:rPr>
              <a:t>Browser: Chrome | OS: Windows 11</a:t>
            </a:r>
            <a:endParaRPr lang="en-US" sz="900" b="0" u="none" strike="noStrike">
              <a:solidFill>
                <a:srgbClr val="000000"/>
              </a:solidFill>
              <a:uFillTx/>
              <a:latin typeface="Noto Sans CJK SC"/>
            </a:endParaRPr>
          </a:p>
        </p:txBody>
      </p:sp>
      <p:sp>
        <p:nvSpPr>
          <p:cNvPr id="452" name="Shape 13"/>
          <p:cNvSpPr/>
          <p:nvPr/>
        </p:nvSpPr>
        <p:spPr>
          <a:xfrm>
            <a:off x="347400" y="2706480"/>
            <a:ext cx="3016800" cy="89532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453" name="Shape 14"/>
          <p:cNvSpPr/>
          <p:nvPr/>
        </p:nvSpPr>
        <p:spPr>
          <a:xfrm>
            <a:off x="347400" y="2706480"/>
            <a:ext cx="45000" cy="895320"/>
          </a:xfrm>
          <a:prstGeom prst="rect">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22320" tIns="45000" rIns="2232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454" name="Text 15"/>
          <p:cNvSpPr/>
          <p:nvPr/>
        </p:nvSpPr>
        <p:spPr>
          <a:xfrm>
            <a:off x="484560" y="2734200"/>
            <a:ext cx="274248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50" b="1" u="none" strike="noStrike" spc="150">
                <a:solidFill>
                  <a:srgbClr val="27AE60"/>
                </a:solidFill>
                <a:uFillTx/>
                <a:latin typeface="Calibri"/>
                <a:ea typeface="Calibri"/>
              </a:rPr>
              <a:t>EXECUTION RESULTS</a:t>
            </a:r>
            <a:endParaRPr lang="en-US" sz="750" b="0" u="none" strike="noStrike">
              <a:solidFill>
                <a:srgbClr val="000000"/>
              </a:solidFill>
              <a:uFillTx/>
              <a:latin typeface="Noto Sans CJK SC"/>
            </a:endParaRPr>
          </a:p>
        </p:txBody>
      </p:sp>
      <p:sp>
        <p:nvSpPr>
          <p:cNvPr id="455" name="Text 16"/>
          <p:cNvSpPr/>
          <p:nvPr/>
        </p:nvSpPr>
        <p:spPr>
          <a:xfrm>
            <a:off x="438840" y="2962800"/>
            <a:ext cx="657720" cy="310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b="1" dirty="0">
                <a:solidFill>
                  <a:srgbClr val="1677C8"/>
                </a:solidFill>
                <a:latin typeface="Calibri"/>
                <a:ea typeface="Calibri"/>
              </a:rPr>
              <a:t>8</a:t>
            </a:r>
            <a:endParaRPr lang="en-US" sz="1800" b="0" u="none" strike="noStrike" dirty="0">
              <a:solidFill>
                <a:srgbClr val="000000"/>
              </a:solidFill>
              <a:uFillTx/>
              <a:latin typeface="Noto Sans CJK SC"/>
            </a:endParaRPr>
          </a:p>
        </p:txBody>
      </p:sp>
      <p:sp>
        <p:nvSpPr>
          <p:cNvPr id="456" name="Text 17"/>
          <p:cNvSpPr/>
          <p:nvPr/>
        </p:nvSpPr>
        <p:spPr>
          <a:xfrm>
            <a:off x="438840" y="3273480"/>
            <a:ext cx="65772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700" b="0" u="none" strike="noStrike">
                <a:solidFill>
                  <a:srgbClr val="6B7C93"/>
                </a:solidFill>
                <a:uFillTx/>
                <a:latin typeface="Calibri"/>
                <a:ea typeface="Calibri"/>
              </a:rPr>
              <a:t>TOTAL</a:t>
            </a:r>
            <a:endParaRPr lang="en-US" sz="700" b="0" u="none" strike="noStrike">
              <a:solidFill>
                <a:srgbClr val="000000"/>
              </a:solidFill>
              <a:uFillTx/>
              <a:latin typeface="Noto Sans CJK SC"/>
            </a:endParaRPr>
          </a:p>
        </p:txBody>
      </p:sp>
      <p:sp>
        <p:nvSpPr>
          <p:cNvPr id="457" name="Text 18"/>
          <p:cNvSpPr/>
          <p:nvPr/>
        </p:nvSpPr>
        <p:spPr>
          <a:xfrm>
            <a:off x="1170360" y="2962800"/>
            <a:ext cx="657720" cy="310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b="1" dirty="0">
                <a:solidFill>
                  <a:srgbClr val="27AE60"/>
                </a:solidFill>
                <a:latin typeface="Calibri"/>
                <a:ea typeface="Calibri"/>
              </a:rPr>
              <a:t>8</a:t>
            </a:r>
            <a:endParaRPr lang="en-US" sz="1800" b="0" u="none" strike="noStrike" dirty="0">
              <a:solidFill>
                <a:srgbClr val="000000"/>
              </a:solidFill>
              <a:uFillTx/>
              <a:latin typeface="Noto Sans CJK SC"/>
            </a:endParaRPr>
          </a:p>
        </p:txBody>
      </p:sp>
      <p:sp>
        <p:nvSpPr>
          <p:cNvPr id="458" name="Text 19"/>
          <p:cNvSpPr/>
          <p:nvPr/>
        </p:nvSpPr>
        <p:spPr>
          <a:xfrm>
            <a:off x="1170360" y="3273480"/>
            <a:ext cx="65772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700" b="0" u="none" strike="noStrike">
                <a:solidFill>
                  <a:srgbClr val="6B7C93"/>
                </a:solidFill>
                <a:uFillTx/>
                <a:latin typeface="Calibri"/>
                <a:ea typeface="Calibri"/>
              </a:rPr>
              <a:t>PASSED</a:t>
            </a:r>
            <a:endParaRPr lang="en-US" sz="700" b="0" u="none" strike="noStrike">
              <a:solidFill>
                <a:srgbClr val="000000"/>
              </a:solidFill>
              <a:uFillTx/>
              <a:latin typeface="Noto Sans CJK SC"/>
            </a:endParaRPr>
          </a:p>
        </p:txBody>
      </p:sp>
      <p:sp>
        <p:nvSpPr>
          <p:cNvPr id="459" name="Text 20"/>
          <p:cNvSpPr/>
          <p:nvPr/>
        </p:nvSpPr>
        <p:spPr>
          <a:xfrm>
            <a:off x="1901880" y="2962800"/>
            <a:ext cx="657720" cy="310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800" b="1" u="none" strike="noStrike">
                <a:solidFill>
                  <a:srgbClr val="F05A28"/>
                </a:solidFill>
                <a:uFillTx/>
                <a:latin typeface="Calibri"/>
                <a:ea typeface="Calibri"/>
              </a:rPr>
              <a:t>0</a:t>
            </a:r>
            <a:endParaRPr lang="en-US" sz="1800" b="0" u="none" strike="noStrike">
              <a:solidFill>
                <a:srgbClr val="000000"/>
              </a:solidFill>
              <a:uFillTx/>
              <a:latin typeface="Noto Sans CJK SC"/>
            </a:endParaRPr>
          </a:p>
        </p:txBody>
      </p:sp>
      <p:sp>
        <p:nvSpPr>
          <p:cNvPr id="460" name="Text 21"/>
          <p:cNvSpPr/>
          <p:nvPr/>
        </p:nvSpPr>
        <p:spPr>
          <a:xfrm>
            <a:off x="1901880" y="3273480"/>
            <a:ext cx="65772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700" b="0" u="none" strike="noStrike">
                <a:solidFill>
                  <a:srgbClr val="6B7C93"/>
                </a:solidFill>
                <a:uFillTx/>
                <a:latin typeface="Calibri"/>
                <a:ea typeface="Calibri"/>
              </a:rPr>
              <a:t>FAILED</a:t>
            </a:r>
            <a:endParaRPr lang="en-US" sz="700" b="0" u="none" strike="noStrike">
              <a:solidFill>
                <a:srgbClr val="000000"/>
              </a:solidFill>
              <a:uFillTx/>
              <a:latin typeface="Noto Sans CJK SC"/>
            </a:endParaRPr>
          </a:p>
        </p:txBody>
      </p:sp>
      <p:sp>
        <p:nvSpPr>
          <p:cNvPr id="461" name="Text 22"/>
          <p:cNvSpPr/>
          <p:nvPr/>
        </p:nvSpPr>
        <p:spPr>
          <a:xfrm>
            <a:off x="2633400" y="2962800"/>
            <a:ext cx="657720" cy="310320"/>
          </a:xfrm>
          <a:prstGeom prst="rect">
            <a:avLst/>
          </a:prstGeom>
          <a:noFill/>
          <a:ln w="0">
            <a:noFill/>
          </a:ln>
        </p:spPr>
        <p:style>
          <a:lnRef idx="0">
            <a:scrgbClr r="0" g="0" b="0"/>
          </a:lnRef>
          <a:fillRef idx="0">
            <a:scrgbClr r="0" g="0" b="0"/>
          </a:fillRef>
          <a:effectRef idx="0">
            <a:scrgbClr r="0" g="0" b="0"/>
          </a:effectRef>
          <a:fontRef idx="minor"/>
        </p:style>
        <p:txBody>
          <a:bodyPr lIns="36360" tIns="45000" rIns="36360" bIns="45000" anchor="ctr">
            <a:noAutofit/>
          </a:bodyPr>
          <a:lstStyle/>
          <a:p>
            <a:pPr algn="ctr" defTabSz="914400">
              <a:lnSpc>
                <a:spcPct val="100000"/>
              </a:lnSpc>
              <a:tabLst>
                <a:tab pos="0" algn="l"/>
              </a:tabLst>
            </a:pPr>
            <a:r>
              <a:rPr lang="en-US" sz="1800" b="1" u="none" strike="noStrike">
                <a:solidFill>
                  <a:srgbClr val="14375F"/>
                </a:solidFill>
                <a:uFillTx/>
                <a:latin typeface="Calibri"/>
                <a:ea typeface="Calibri"/>
              </a:rPr>
              <a:t>100%</a:t>
            </a:r>
            <a:endParaRPr lang="en-US" sz="1800" b="0" u="none" strike="noStrike">
              <a:solidFill>
                <a:srgbClr val="000000"/>
              </a:solidFill>
              <a:uFillTx/>
              <a:latin typeface="Noto Sans CJK SC"/>
            </a:endParaRPr>
          </a:p>
        </p:txBody>
      </p:sp>
      <p:sp>
        <p:nvSpPr>
          <p:cNvPr id="462" name="Text 23"/>
          <p:cNvSpPr/>
          <p:nvPr/>
        </p:nvSpPr>
        <p:spPr>
          <a:xfrm>
            <a:off x="2633400" y="3273480"/>
            <a:ext cx="65772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700" b="0" u="none" strike="noStrike">
                <a:solidFill>
                  <a:srgbClr val="6B7C93"/>
                </a:solidFill>
                <a:uFillTx/>
                <a:latin typeface="Calibri"/>
                <a:ea typeface="Calibri"/>
              </a:rPr>
              <a:t>RATE</a:t>
            </a:r>
            <a:endParaRPr lang="en-US" sz="700" b="0" u="none" strike="noStrike">
              <a:solidFill>
                <a:srgbClr val="000000"/>
              </a:solidFill>
              <a:uFillTx/>
              <a:latin typeface="Noto Sans CJK SC"/>
            </a:endParaRPr>
          </a:p>
        </p:txBody>
      </p:sp>
      <p:sp>
        <p:nvSpPr>
          <p:cNvPr id="463" name="Text 24"/>
          <p:cNvSpPr/>
          <p:nvPr/>
        </p:nvSpPr>
        <p:spPr>
          <a:xfrm>
            <a:off x="347400" y="3703320"/>
            <a:ext cx="301680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50" b="1" u="none" strike="noStrike" spc="150">
                <a:solidFill>
                  <a:srgbClr val="6B7C93"/>
                </a:solidFill>
                <a:uFillTx/>
                <a:latin typeface="Calibri"/>
                <a:ea typeface="Calibri"/>
              </a:rPr>
              <a:t>MODULE FLOW</a:t>
            </a:r>
            <a:endParaRPr lang="en-US" sz="750" b="0" u="none" strike="noStrike">
              <a:solidFill>
                <a:srgbClr val="000000"/>
              </a:solidFill>
              <a:uFillTx/>
              <a:latin typeface="Noto Sans CJK SC"/>
            </a:endParaRPr>
          </a:p>
        </p:txBody>
      </p:sp>
      <p:sp>
        <p:nvSpPr>
          <p:cNvPr id="464" name="Shape 25"/>
          <p:cNvSpPr/>
          <p:nvPr/>
        </p:nvSpPr>
        <p:spPr>
          <a:xfrm>
            <a:off x="347400" y="3913560"/>
            <a:ext cx="345600" cy="328320"/>
          </a:xfrm>
          <a:prstGeom prst="rect">
            <a:avLst/>
          </a:prstGeom>
          <a:solidFill>
            <a:srgbClr val="8E44AD"/>
          </a:solidFill>
          <a:ln w="12700">
            <a:solidFill>
              <a:srgbClr val="8E44A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465" name="Text 26"/>
          <p:cNvSpPr/>
          <p:nvPr/>
        </p:nvSpPr>
        <p:spPr>
          <a:xfrm>
            <a:off x="347400" y="3913560"/>
            <a:ext cx="34560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u="none" strike="noStrike">
                <a:solidFill>
                  <a:srgbClr val="FFFFFF"/>
                </a:solidFill>
                <a:uFillTx/>
                <a:latin typeface="Calibri"/>
                <a:ea typeface="Calibri"/>
              </a:rPr>
              <a:t>Open</a:t>
            </a:r>
            <a:endParaRPr lang="en-US" sz="700" b="0" u="none" strike="noStrike">
              <a:solidFill>
                <a:srgbClr val="000000"/>
              </a:solidFill>
              <a:uFillTx/>
              <a:latin typeface="Noto Sans CJK SC"/>
            </a:endParaRPr>
          </a:p>
        </p:txBody>
      </p:sp>
      <p:sp>
        <p:nvSpPr>
          <p:cNvPr id="466" name="Shape 27"/>
          <p:cNvSpPr/>
          <p:nvPr/>
        </p:nvSpPr>
        <p:spPr>
          <a:xfrm>
            <a:off x="739440" y="3913560"/>
            <a:ext cx="345600" cy="328320"/>
          </a:xfrm>
          <a:prstGeom prst="rect">
            <a:avLst/>
          </a:prstGeom>
          <a:solidFill>
            <a:srgbClr val="E8F4FD"/>
          </a:solidFill>
          <a:ln w="12700">
            <a:solidFill>
              <a:srgbClr val="8E44A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467" name="Text 28"/>
          <p:cNvSpPr/>
          <p:nvPr/>
        </p:nvSpPr>
        <p:spPr>
          <a:xfrm>
            <a:off x="739440" y="3913560"/>
            <a:ext cx="34560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u="none" strike="noStrike">
                <a:solidFill>
                  <a:srgbClr val="8E44AD"/>
                </a:solidFill>
                <a:uFillTx/>
                <a:latin typeface="Calibri"/>
                <a:ea typeface="Calibri"/>
              </a:rPr>
              <a:t>Holidays</a:t>
            </a:r>
            <a:endParaRPr lang="en-US" sz="700" b="0" u="none" strike="noStrike">
              <a:solidFill>
                <a:srgbClr val="000000"/>
              </a:solidFill>
              <a:uFillTx/>
              <a:latin typeface="Noto Sans CJK SC"/>
            </a:endParaRPr>
          </a:p>
        </p:txBody>
      </p:sp>
      <p:sp>
        <p:nvSpPr>
          <p:cNvPr id="468" name="Shape 29"/>
          <p:cNvSpPr/>
          <p:nvPr/>
        </p:nvSpPr>
        <p:spPr>
          <a:xfrm>
            <a:off x="1131120" y="3913560"/>
            <a:ext cx="345600" cy="328320"/>
          </a:xfrm>
          <a:prstGeom prst="rect">
            <a:avLst/>
          </a:prstGeom>
          <a:solidFill>
            <a:srgbClr val="8E44AD"/>
          </a:solidFill>
          <a:ln w="12700">
            <a:solidFill>
              <a:srgbClr val="8E44A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469" name="Text 30"/>
          <p:cNvSpPr/>
          <p:nvPr/>
        </p:nvSpPr>
        <p:spPr>
          <a:xfrm>
            <a:off x="1131120" y="3913560"/>
            <a:ext cx="34560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u="none" strike="noStrike">
                <a:solidFill>
                  <a:srgbClr val="FFFFFF"/>
                </a:solidFill>
                <a:uFillTx/>
                <a:latin typeface="Calibri"/>
                <a:ea typeface="Calibri"/>
              </a:rPr>
              <a:t>Destination</a:t>
            </a:r>
            <a:endParaRPr lang="en-US" sz="700" b="0" u="none" strike="noStrike">
              <a:solidFill>
                <a:srgbClr val="000000"/>
              </a:solidFill>
              <a:uFillTx/>
              <a:latin typeface="Noto Sans CJK SC"/>
            </a:endParaRPr>
          </a:p>
        </p:txBody>
      </p:sp>
      <p:sp>
        <p:nvSpPr>
          <p:cNvPr id="470" name="Shape 31"/>
          <p:cNvSpPr/>
          <p:nvPr/>
        </p:nvSpPr>
        <p:spPr>
          <a:xfrm>
            <a:off x="1523160" y="3913560"/>
            <a:ext cx="345600" cy="328320"/>
          </a:xfrm>
          <a:prstGeom prst="rect">
            <a:avLst/>
          </a:prstGeom>
          <a:solidFill>
            <a:srgbClr val="E8F4FD"/>
          </a:solidFill>
          <a:ln w="12700">
            <a:solidFill>
              <a:srgbClr val="8E44A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471" name="Text 32"/>
          <p:cNvSpPr/>
          <p:nvPr/>
        </p:nvSpPr>
        <p:spPr>
          <a:xfrm>
            <a:off x="1523160" y="3913560"/>
            <a:ext cx="34560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u="none" strike="noStrike">
                <a:solidFill>
                  <a:srgbClr val="8E44AD"/>
                </a:solidFill>
                <a:uFillTx/>
                <a:latin typeface="Calibri"/>
                <a:ea typeface="Calibri"/>
              </a:rPr>
              <a:t>Packages</a:t>
            </a:r>
            <a:endParaRPr lang="en-US" sz="700" b="0" u="none" strike="noStrike">
              <a:solidFill>
                <a:srgbClr val="000000"/>
              </a:solidFill>
              <a:uFillTx/>
              <a:latin typeface="Noto Sans CJK SC"/>
            </a:endParaRPr>
          </a:p>
        </p:txBody>
      </p:sp>
      <p:sp>
        <p:nvSpPr>
          <p:cNvPr id="472" name="Shape 33"/>
          <p:cNvSpPr/>
          <p:nvPr/>
        </p:nvSpPr>
        <p:spPr>
          <a:xfrm>
            <a:off x="1914840" y="3913560"/>
            <a:ext cx="345600" cy="328320"/>
          </a:xfrm>
          <a:prstGeom prst="rect">
            <a:avLst/>
          </a:prstGeom>
          <a:solidFill>
            <a:srgbClr val="8E44AD"/>
          </a:solidFill>
          <a:ln w="12700">
            <a:solidFill>
              <a:srgbClr val="8E44A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473" name="Text 34"/>
          <p:cNvSpPr/>
          <p:nvPr/>
        </p:nvSpPr>
        <p:spPr>
          <a:xfrm>
            <a:off x="1914840" y="3913560"/>
            <a:ext cx="34560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u="none" strike="noStrike">
                <a:solidFill>
                  <a:srgbClr val="FFFFFF"/>
                </a:solidFill>
                <a:uFillTx/>
                <a:latin typeface="Calibri"/>
                <a:ea typeface="Calibri"/>
              </a:rPr>
              <a:t>Select</a:t>
            </a:r>
            <a:endParaRPr lang="en-US" sz="700" b="0" u="none" strike="noStrike">
              <a:solidFill>
                <a:srgbClr val="000000"/>
              </a:solidFill>
              <a:uFillTx/>
              <a:latin typeface="Noto Sans CJK SC"/>
            </a:endParaRPr>
          </a:p>
        </p:txBody>
      </p:sp>
      <p:sp>
        <p:nvSpPr>
          <p:cNvPr id="474" name="Shape 35"/>
          <p:cNvSpPr/>
          <p:nvPr/>
        </p:nvSpPr>
        <p:spPr>
          <a:xfrm>
            <a:off x="2306880" y="3913560"/>
            <a:ext cx="345600" cy="328320"/>
          </a:xfrm>
          <a:prstGeom prst="rect">
            <a:avLst/>
          </a:prstGeom>
          <a:solidFill>
            <a:srgbClr val="E8F4FD"/>
          </a:solidFill>
          <a:ln w="12700">
            <a:solidFill>
              <a:srgbClr val="8E44A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475" name="Text 36"/>
          <p:cNvSpPr/>
          <p:nvPr/>
        </p:nvSpPr>
        <p:spPr>
          <a:xfrm>
            <a:off x="2306880" y="3913560"/>
            <a:ext cx="34560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u="none" strike="noStrike">
                <a:solidFill>
                  <a:srgbClr val="8E44AD"/>
                </a:solidFill>
                <a:uFillTx/>
                <a:latin typeface="Calibri"/>
                <a:ea typeface="Calibri"/>
              </a:rPr>
              <a:t>Booking</a:t>
            </a:r>
            <a:endParaRPr lang="en-US" sz="700" b="0" u="none" strike="noStrike">
              <a:solidFill>
                <a:srgbClr val="000000"/>
              </a:solidFill>
              <a:uFillTx/>
              <a:latin typeface="Noto Sans CJK SC"/>
            </a:endParaRPr>
          </a:p>
        </p:txBody>
      </p:sp>
      <p:sp>
        <p:nvSpPr>
          <p:cNvPr id="476" name="Shape 37"/>
          <p:cNvSpPr/>
          <p:nvPr/>
        </p:nvSpPr>
        <p:spPr>
          <a:xfrm>
            <a:off x="2698920" y="3913560"/>
            <a:ext cx="345600" cy="328320"/>
          </a:xfrm>
          <a:prstGeom prst="rect">
            <a:avLst/>
          </a:prstGeom>
          <a:solidFill>
            <a:srgbClr val="8E44AD"/>
          </a:solidFill>
          <a:ln w="12700">
            <a:solidFill>
              <a:srgbClr val="8E44A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477" name="Text 38"/>
          <p:cNvSpPr/>
          <p:nvPr/>
        </p:nvSpPr>
        <p:spPr>
          <a:xfrm>
            <a:off x="2698920" y="3913560"/>
            <a:ext cx="34560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u="none" strike="noStrike">
                <a:solidFill>
                  <a:srgbClr val="FFFFFF"/>
                </a:solidFill>
                <a:uFillTx/>
                <a:latin typeface="Calibri"/>
                <a:ea typeface="Calibri"/>
              </a:rPr>
              <a:t>Payment</a:t>
            </a:r>
            <a:endParaRPr lang="en-US" sz="700" b="0" u="none" strike="noStrike">
              <a:solidFill>
                <a:srgbClr val="000000"/>
              </a:solidFill>
              <a:uFillTx/>
              <a:latin typeface="Noto Sans CJK SC"/>
            </a:endParaRPr>
          </a:p>
        </p:txBody>
      </p:sp>
      <p:sp>
        <p:nvSpPr>
          <p:cNvPr id="478" name="Shape 39"/>
          <p:cNvSpPr/>
          <p:nvPr/>
        </p:nvSpPr>
        <p:spPr>
          <a:xfrm>
            <a:off x="3520440" y="1078920"/>
            <a:ext cx="2788200" cy="255240"/>
          </a:xfrm>
          <a:prstGeom prst="rect">
            <a:avLst/>
          </a:prstGeom>
          <a:solidFill>
            <a:srgbClr val="8E44AD"/>
          </a:solidFill>
          <a:ln w="12700">
            <a:solidFill>
              <a:srgbClr val="8E44A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479" name="Text 40"/>
          <p:cNvSpPr/>
          <p:nvPr/>
        </p:nvSpPr>
        <p:spPr>
          <a:xfrm>
            <a:off x="3611880" y="1078920"/>
            <a:ext cx="260532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a:solidFill>
                  <a:srgbClr val="FFFFFF"/>
                </a:solidFill>
                <a:uFillTx/>
                <a:latin typeface="Calibri"/>
                <a:ea typeface="Calibri"/>
              </a:rPr>
              <a:t>SELENIUM AUTOMATION</a:t>
            </a:r>
            <a:endParaRPr lang="en-US" sz="900" b="0" u="none" strike="noStrike">
              <a:solidFill>
                <a:srgbClr val="000000"/>
              </a:solidFill>
              <a:uFillTx/>
              <a:latin typeface="Noto Sans CJK SC"/>
            </a:endParaRPr>
          </a:p>
        </p:txBody>
      </p:sp>
      <p:sp>
        <p:nvSpPr>
          <p:cNvPr id="480" name="Shape 41"/>
          <p:cNvSpPr/>
          <p:nvPr/>
        </p:nvSpPr>
        <p:spPr>
          <a:xfrm>
            <a:off x="3520440" y="1334880"/>
            <a:ext cx="2788200" cy="82224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481" name="Text 42"/>
          <p:cNvSpPr/>
          <p:nvPr/>
        </p:nvSpPr>
        <p:spPr>
          <a:xfrm>
            <a:off x="3611880" y="1371600"/>
            <a:ext cx="2605320" cy="767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850" b="0" u="none" strike="noStrike">
                <a:solidFill>
                  <a:srgbClr val="14375F"/>
                </a:solidFill>
                <a:uFillTx/>
                <a:latin typeface="Calibri"/>
                <a:ea typeface="Calibri"/>
              </a:rPr>
              <a:t>Automates the complete holiday package booking workflow on Goibibo using Selenium WebDriver with Python. Validates destination search, package selection, booking navigation, and payment page navigation.</a:t>
            </a:r>
            <a:endParaRPr lang="en-US" sz="850" b="0" u="none" strike="noStrike">
              <a:solidFill>
                <a:srgbClr val="000000"/>
              </a:solidFill>
              <a:uFillTx/>
              <a:latin typeface="Noto Sans CJK SC"/>
            </a:endParaRPr>
          </a:p>
        </p:txBody>
      </p:sp>
      <p:sp>
        <p:nvSpPr>
          <p:cNvPr id="482" name="Shape 43"/>
          <p:cNvSpPr/>
          <p:nvPr/>
        </p:nvSpPr>
        <p:spPr>
          <a:xfrm>
            <a:off x="3520440" y="2240280"/>
            <a:ext cx="2788200" cy="255240"/>
          </a:xfrm>
          <a:prstGeom prst="rect">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483" name="Text 44"/>
          <p:cNvSpPr/>
          <p:nvPr/>
        </p:nvSpPr>
        <p:spPr>
          <a:xfrm>
            <a:off x="3611880" y="2240280"/>
            <a:ext cx="260532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a:solidFill>
                  <a:srgbClr val="FFFFFF"/>
                </a:solidFill>
                <a:uFillTx/>
                <a:latin typeface="Calibri"/>
                <a:ea typeface="Calibri"/>
              </a:rPr>
              <a:t>✓  POSITIVE TEST CASES</a:t>
            </a:r>
            <a:endParaRPr lang="en-US" sz="900" b="0" u="none" strike="noStrike">
              <a:solidFill>
                <a:srgbClr val="000000"/>
              </a:solidFill>
              <a:uFillTx/>
              <a:latin typeface="Noto Sans CJK SC"/>
            </a:endParaRPr>
          </a:p>
        </p:txBody>
      </p:sp>
      <p:sp>
        <p:nvSpPr>
          <p:cNvPr id="484" name="Shape 45"/>
          <p:cNvSpPr/>
          <p:nvPr/>
        </p:nvSpPr>
        <p:spPr>
          <a:xfrm>
            <a:off x="3520440" y="2496240"/>
            <a:ext cx="2788200" cy="69408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dirty="0">
              <a:solidFill>
                <a:srgbClr val="000000"/>
              </a:solidFill>
              <a:uFillTx/>
              <a:latin typeface="Noto Sans CJK SC"/>
            </a:endParaRPr>
          </a:p>
        </p:txBody>
      </p:sp>
      <p:sp>
        <p:nvSpPr>
          <p:cNvPr id="485" name="Text 46"/>
          <p:cNvSpPr/>
          <p:nvPr/>
        </p:nvSpPr>
        <p:spPr>
          <a:xfrm>
            <a:off x="3630240" y="2523600"/>
            <a:ext cx="257796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dirty="0">
                <a:solidFill>
                  <a:srgbClr val="14375F"/>
                </a:solidFill>
                <a:uFillTx/>
                <a:latin typeface="Calibri"/>
                <a:ea typeface="Calibri"/>
              </a:rPr>
              <a:t>1. </a:t>
            </a:r>
            <a:r>
              <a:rPr lang="en-US" sz="800" dirty="0">
                <a:solidFill>
                  <a:srgbClr val="14375F"/>
                </a:solidFill>
                <a:latin typeface="Calibri"/>
                <a:ea typeface="Calibri"/>
              </a:rPr>
              <a:t>Hyderabad - Goa valid </a:t>
            </a:r>
            <a:r>
              <a:rPr lang="en-US" sz="800" dirty="0" err="1">
                <a:solidFill>
                  <a:srgbClr val="14375F"/>
                </a:solidFill>
                <a:latin typeface="Calibri"/>
                <a:ea typeface="Calibri"/>
              </a:rPr>
              <a:t>traveller</a:t>
            </a:r>
            <a:r>
              <a:rPr lang="en-US" sz="800" dirty="0">
                <a:solidFill>
                  <a:srgbClr val="14375F"/>
                </a:solidFill>
                <a:latin typeface="Calibri"/>
                <a:ea typeface="Calibri"/>
              </a:rPr>
              <a:t> data validation.</a:t>
            </a:r>
            <a:endParaRPr lang="en-US" sz="800" b="0" u="none" strike="noStrike" dirty="0">
              <a:solidFill>
                <a:srgbClr val="000000"/>
              </a:solidFill>
              <a:uFillTx/>
              <a:latin typeface="Noto Sans CJK SC"/>
            </a:endParaRPr>
          </a:p>
        </p:txBody>
      </p:sp>
      <p:sp>
        <p:nvSpPr>
          <p:cNvPr id="486" name="Text 47"/>
          <p:cNvSpPr/>
          <p:nvPr/>
        </p:nvSpPr>
        <p:spPr>
          <a:xfrm>
            <a:off x="3630240" y="2606040"/>
            <a:ext cx="2577960" cy="24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dirty="0">
                <a:solidFill>
                  <a:srgbClr val="14375F"/>
                </a:solidFill>
                <a:uFillTx/>
                <a:latin typeface="Calibri"/>
                <a:ea typeface="Calibri"/>
              </a:rPr>
              <a:t>2. </a:t>
            </a:r>
            <a:r>
              <a:rPr lang="en-US" sz="800" dirty="0">
                <a:solidFill>
                  <a:srgbClr val="14375F"/>
                </a:solidFill>
                <a:latin typeface="Calibri"/>
                <a:ea typeface="Calibri"/>
              </a:rPr>
              <a:t>Mumbai - Rajasthan package booking validation.</a:t>
            </a:r>
            <a:endParaRPr lang="en-US" sz="800" b="0" u="none" strike="noStrike" dirty="0">
              <a:solidFill>
                <a:srgbClr val="000000"/>
              </a:solidFill>
              <a:uFillTx/>
              <a:latin typeface="Noto Sans CJK SC"/>
            </a:endParaRPr>
          </a:p>
        </p:txBody>
      </p:sp>
      <p:sp>
        <p:nvSpPr>
          <p:cNvPr id="487" name="Text 48"/>
          <p:cNvSpPr/>
          <p:nvPr/>
        </p:nvSpPr>
        <p:spPr>
          <a:xfrm>
            <a:off x="3630240" y="2779920"/>
            <a:ext cx="257796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dirty="0">
                <a:solidFill>
                  <a:srgbClr val="14375F"/>
                </a:solidFill>
                <a:uFillTx/>
                <a:latin typeface="Calibri"/>
                <a:ea typeface="Calibri"/>
              </a:rPr>
              <a:t>3. </a:t>
            </a:r>
            <a:r>
              <a:rPr lang="en-US" sz="800" dirty="0">
                <a:solidFill>
                  <a:srgbClr val="14375F"/>
                </a:solidFill>
                <a:latin typeface="Calibri"/>
                <a:ea typeface="Calibri"/>
              </a:rPr>
              <a:t>Bengaluru - Kerala category filter validation.</a:t>
            </a:r>
            <a:endParaRPr lang="en-US" sz="800" b="0" u="none" strike="noStrike" dirty="0">
              <a:solidFill>
                <a:srgbClr val="000000"/>
              </a:solidFill>
              <a:uFillTx/>
              <a:latin typeface="Noto Sans CJK SC"/>
            </a:endParaRPr>
          </a:p>
        </p:txBody>
      </p:sp>
      <p:sp>
        <p:nvSpPr>
          <p:cNvPr id="488" name="Text 49"/>
          <p:cNvSpPr/>
          <p:nvPr/>
        </p:nvSpPr>
        <p:spPr>
          <a:xfrm>
            <a:off x="3630240" y="2925360"/>
            <a:ext cx="2577960" cy="255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dirty="0">
                <a:solidFill>
                  <a:srgbClr val="14375F"/>
                </a:solidFill>
                <a:uFillTx/>
                <a:latin typeface="Calibri"/>
                <a:ea typeface="Calibri"/>
              </a:rPr>
              <a:t>4. </a:t>
            </a:r>
            <a:r>
              <a:rPr lang="en-US" sz="800" dirty="0">
                <a:solidFill>
                  <a:srgbClr val="14375F"/>
                </a:solidFill>
                <a:latin typeface="Calibri"/>
                <a:ea typeface="Calibri"/>
              </a:rPr>
              <a:t>Chennai - Andaman hotel filter validation.</a:t>
            </a:r>
          </a:p>
          <a:p>
            <a:pPr defTabSz="914400">
              <a:lnSpc>
                <a:spcPct val="100000"/>
              </a:lnSpc>
              <a:tabLst>
                <a:tab pos="0" algn="l"/>
              </a:tabLst>
            </a:pPr>
            <a:r>
              <a:rPr lang="en-US" sz="800" b="0" u="none" strike="noStrike" dirty="0">
                <a:solidFill>
                  <a:srgbClr val="14375F"/>
                </a:solidFill>
                <a:uFillTx/>
                <a:latin typeface="Calibri"/>
                <a:ea typeface="Calibri"/>
              </a:rPr>
              <a:t>5. Pune – Himachal Pradesh duration filter validation.</a:t>
            </a:r>
            <a:endParaRPr lang="en-US" sz="800" b="0" u="none" strike="noStrike" dirty="0">
              <a:solidFill>
                <a:srgbClr val="000000"/>
              </a:solidFill>
              <a:uFillTx/>
              <a:latin typeface="Noto Sans CJK SC"/>
            </a:endParaRPr>
          </a:p>
        </p:txBody>
      </p:sp>
      <p:sp>
        <p:nvSpPr>
          <p:cNvPr id="489" name="Shape 50"/>
          <p:cNvSpPr/>
          <p:nvPr/>
        </p:nvSpPr>
        <p:spPr>
          <a:xfrm>
            <a:off x="3520440" y="3255120"/>
            <a:ext cx="2788200" cy="255240"/>
          </a:xfrm>
          <a:prstGeom prst="rect">
            <a:avLst/>
          </a:prstGeom>
          <a:solidFill>
            <a:srgbClr val="F05A28"/>
          </a:solidFill>
          <a:ln w="12700">
            <a:solidFill>
              <a:srgbClr val="F05A2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490" name="Text 51"/>
          <p:cNvSpPr/>
          <p:nvPr/>
        </p:nvSpPr>
        <p:spPr>
          <a:xfrm>
            <a:off x="3611880" y="3255120"/>
            <a:ext cx="260532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a:solidFill>
                  <a:srgbClr val="FFFFFF"/>
                </a:solidFill>
                <a:uFillTx/>
                <a:latin typeface="Calibri"/>
                <a:ea typeface="Calibri"/>
              </a:rPr>
              <a:t>✗  NEGATIVE TEST CASES</a:t>
            </a:r>
            <a:endParaRPr lang="en-US" sz="900" b="0" u="none" strike="noStrike">
              <a:solidFill>
                <a:srgbClr val="000000"/>
              </a:solidFill>
              <a:uFillTx/>
              <a:latin typeface="Noto Sans CJK SC"/>
            </a:endParaRPr>
          </a:p>
        </p:txBody>
      </p:sp>
      <p:sp>
        <p:nvSpPr>
          <p:cNvPr id="491" name="Shape 52"/>
          <p:cNvSpPr/>
          <p:nvPr/>
        </p:nvSpPr>
        <p:spPr>
          <a:xfrm>
            <a:off x="3520440" y="3511440"/>
            <a:ext cx="2788200" cy="45648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492" name="Text 53"/>
          <p:cNvSpPr/>
          <p:nvPr/>
        </p:nvSpPr>
        <p:spPr>
          <a:xfrm>
            <a:off x="3630240" y="3538800"/>
            <a:ext cx="257796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dirty="0">
                <a:solidFill>
                  <a:srgbClr val="14375F"/>
                </a:solidFill>
                <a:uFillTx/>
                <a:latin typeface="Calibri"/>
                <a:ea typeface="Calibri"/>
              </a:rPr>
              <a:t>1. </a:t>
            </a:r>
            <a:r>
              <a:rPr lang="en-US" sz="800" dirty="0">
                <a:solidFill>
                  <a:srgbClr val="14375F"/>
                </a:solidFill>
                <a:latin typeface="Calibri"/>
                <a:ea typeface="Calibri"/>
              </a:rPr>
              <a:t>Missing first name field validation.</a:t>
            </a:r>
            <a:endParaRPr lang="en-US" sz="800" b="0" u="none" strike="noStrike" dirty="0">
              <a:solidFill>
                <a:srgbClr val="000000"/>
              </a:solidFill>
              <a:uFillTx/>
              <a:latin typeface="Noto Sans CJK SC"/>
            </a:endParaRPr>
          </a:p>
        </p:txBody>
      </p:sp>
      <p:sp>
        <p:nvSpPr>
          <p:cNvPr id="493" name="Text 54"/>
          <p:cNvSpPr/>
          <p:nvPr/>
        </p:nvSpPr>
        <p:spPr>
          <a:xfrm>
            <a:off x="3630240" y="3703320"/>
            <a:ext cx="257796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tabLst>
                <a:tab pos="0" algn="l"/>
              </a:tabLst>
            </a:pPr>
            <a:r>
              <a:rPr lang="en-US" sz="800" b="0" u="none" strike="noStrike" dirty="0">
                <a:solidFill>
                  <a:srgbClr val="14375F"/>
                </a:solidFill>
                <a:uFillTx/>
                <a:latin typeface="Calibri"/>
                <a:ea typeface="Calibri"/>
              </a:rPr>
              <a:t>2. Invalid mobile number validation.</a:t>
            </a:r>
            <a:endParaRPr lang="en-US" sz="800" b="0" u="none" strike="noStrike" dirty="0">
              <a:solidFill>
                <a:srgbClr val="000000"/>
              </a:solidFill>
              <a:uFillTx/>
              <a:latin typeface="Noto Sans CJK SC"/>
            </a:endParaRPr>
          </a:p>
        </p:txBody>
      </p:sp>
      <p:sp>
        <p:nvSpPr>
          <p:cNvPr id="494" name="Shape 55"/>
          <p:cNvSpPr/>
          <p:nvPr/>
        </p:nvSpPr>
        <p:spPr>
          <a:xfrm>
            <a:off x="6464880" y="1078920"/>
            <a:ext cx="2605320" cy="255240"/>
          </a:xfrm>
          <a:prstGeom prst="rect">
            <a:avLst/>
          </a:prstGeom>
          <a:solidFill>
            <a:srgbClr val="1A2E44"/>
          </a:solidFill>
          <a:ln w="12700">
            <a:solidFill>
              <a:srgbClr val="1A2E4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495" name="Text 56"/>
          <p:cNvSpPr/>
          <p:nvPr/>
        </p:nvSpPr>
        <p:spPr>
          <a:xfrm>
            <a:off x="6556320" y="1078920"/>
            <a:ext cx="242244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a:solidFill>
                  <a:srgbClr val="FFFFFF"/>
                </a:solidFill>
                <a:uFillTx/>
                <a:latin typeface="Calibri"/>
                <a:ea typeface="Calibri"/>
              </a:rPr>
              <a:t>BDD AUTOMATION</a:t>
            </a:r>
            <a:endParaRPr lang="en-US" sz="900" b="0" u="none" strike="noStrike">
              <a:solidFill>
                <a:srgbClr val="000000"/>
              </a:solidFill>
              <a:uFillTx/>
              <a:latin typeface="Noto Sans CJK SC"/>
            </a:endParaRPr>
          </a:p>
        </p:txBody>
      </p:sp>
      <p:sp>
        <p:nvSpPr>
          <p:cNvPr id="496" name="Shape 57"/>
          <p:cNvSpPr/>
          <p:nvPr/>
        </p:nvSpPr>
        <p:spPr>
          <a:xfrm>
            <a:off x="6464880" y="1334880"/>
            <a:ext cx="2605320" cy="74916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497" name="Text 58"/>
          <p:cNvSpPr/>
          <p:nvPr/>
        </p:nvSpPr>
        <p:spPr>
          <a:xfrm>
            <a:off x="6556320" y="1371600"/>
            <a:ext cx="2422440" cy="694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50" b="0" u="none" strike="noStrike">
                <a:solidFill>
                  <a:srgbClr val="14375F"/>
                </a:solidFill>
                <a:uFillTx/>
                <a:latin typeface="Calibri"/>
                <a:ea typeface="Calibri"/>
              </a:rPr>
              <a:t>Behave BDD uses Gherkin feature files with Given / When / Then syntax. Scenarios are readable for both technical and non-technical reviewers.</a:t>
            </a:r>
            <a:endParaRPr lang="en-US" sz="850" b="0" u="none" strike="noStrike">
              <a:solidFill>
                <a:srgbClr val="000000"/>
              </a:solidFill>
              <a:uFillTx/>
              <a:latin typeface="Noto Sans CJK SC"/>
            </a:endParaRPr>
          </a:p>
        </p:txBody>
      </p:sp>
      <p:sp>
        <p:nvSpPr>
          <p:cNvPr id="498" name="Shape 59"/>
          <p:cNvSpPr/>
          <p:nvPr/>
        </p:nvSpPr>
        <p:spPr>
          <a:xfrm>
            <a:off x="6464880" y="2157840"/>
            <a:ext cx="2605320" cy="227880"/>
          </a:xfrm>
          <a:prstGeom prst="rect">
            <a:avLst/>
          </a:prstGeom>
          <a:solidFill>
            <a:srgbClr val="1A2E44"/>
          </a:solidFill>
          <a:ln w="12700">
            <a:solidFill>
              <a:srgbClr val="1A2E4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499" name="Text 60"/>
          <p:cNvSpPr/>
          <p:nvPr/>
        </p:nvSpPr>
        <p:spPr>
          <a:xfrm>
            <a:off x="6556320" y="2157840"/>
            <a:ext cx="242244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1" u="none" strike="noStrike">
                <a:solidFill>
                  <a:srgbClr val="00A3E0"/>
                </a:solidFill>
                <a:uFillTx/>
                <a:latin typeface="Calibri"/>
                <a:ea typeface="Calibri"/>
              </a:rPr>
              <a:t>TOOLS USED</a:t>
            </a:r>
            <a:endParaRPr lang="en-US" sz="850" b="0" u="none" strike="noStrike">
              <a:solidFill>
                <a:srgbClr val="000000"/>
              </a:solidFill>
              <a:uFillTx/>
              <a:latin typeface="Noto Sans CJK SC"/>
            </a:endParaRPr>
          </a:p>
        </p:txBody>
      </p:sp>
      <p:sp>
        <p:nvSpPr>
          <p:cNvPr id="500" name="Shape 61"/>
          <p:cNvSpPr/>
          <p:nvPr/>
        </p:nvSpPr>
        <p:spPr>
          <a:xfrm>
            <a:off x="6464880" y="2386440"/>
            <a:ext cx="2605320" cy="74916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501" name="Shape 62"/>
          <p:cNvSpPr/>
          <p:nvPr/>
        </p:nvSpPr>
        <p:spPr>
          <a:xfrm>
            <a:off x="6556320" y="2432160"/>
            <a:ext cx="72360" cy="72360"/>
          </a:xfrm>
          <a:prstGeom prst="ellipse">
            <a:avLst/>
          </a:prstGeom>
          <a:solidFill>
            <a:srgbClr val="8E44AD"/>
          </a:solidFill>
          <a:ln w="12700">
            <a:solidFill>
              <a:srgbClr val="8E44AD"/>
            </a:solidFill>
            <a:round/>
          </a:ln>
        </p:spPr>
        <p:style>
          <a:lnRef idx="0">
            <a:scrgbClr r="0" g="0" b="0"/>
          </a:lnRef>
          <a:fillRef idx="0">
            <a:scrgbClr r="0" g="0" b="0"/>
          </a:fillRef>
          <a:effectRef idx="0">
            <a:scrgbClr r="0" g="0" b="0"/>
          </a:effectRef>
          <a:fontRef idx="minor"/>
        </p:style>
        <p:txBody>
          <a:bodyPr lIns="36000" tIns="6840" rIns="36000" bIns="684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502" name="Text 63"/>
          <p:cNvSpPr/>
          <p:nvPr/>
        </p:nvSpPr>
        <p:spPr>
          <a:xfrm>
            <a:off x="6693480" y="2414160"/>
            <a:ext cx="233100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Selenium WebDriver</a:t>
            </a:r>
            <a:endParaRPr lang="en-US" sz="800" b="0" u="none" strike="noStrike">
              <a:solidFill>
                <a:srgbClr val="000000"/>
              </a:solidFill>
              <a:uFillTx/>
              <a:latin typeface="Noto Sans CJK SC"/>
            </a:endParaRPr>
          </a:p>
        </p:txBody>
      </p:sp>
      <p:sp>
        <p:nvSpPr>
          <p:cNvPr id="503" name="Shape 64"/>
          <p:cNvSpPr/>
          <p:nvPr/>
        </p:nvSpPr>
        <p:spPr>
          <a:xfrm>
            <a:off x="6556320" y="2606040"/>
            <a:ext cx="72360" cy="72360"/>
          </a:xfrm>
          <a:prstGeom prst="ellipse">
            <a:avLst/>
          </a:prstGeom>
          <a:solidFill>
            <a:srgbClr val="8E44AD"/>
          </a:solidFill>
          <a:ln w="12700">
            <a:solidFill>
              <a:srgbClr val="8E44AD"/>
            </a:solidFill>
            <a:round/>
          </a:ln>
        </p:spPr>
        <p:style>
          <a:lnRef idx="0">
            <a:scrgbClr r="0" g="0" b="0"/>
          </a:lnRef>
          <a:fillRef idx="0">
            <a:scrgbClr r="0" g="0" b="0"/>
          </a:fillRef>
          <a:effectRef idx="0">
            <a:scrgbClr r="0" g="0" b="0"/>
          </a:effectRef>
          <a:fontRef idx="minor"/>
        </p:style>
        <p:txBody>
          <a:bodyPr lIns="36000" tIns="6840" rIns="36000" bIns="684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504" name="Text 65"/>
          <p:cNvSpPr/>
          <p:nvPr/>
        </p:nvSpPr>
        <p:spPr>
          <a:xfrm>
            <a:off x="6693480" y="2587680"/>
            <a:ext cx="233100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dirty="0">
                <a:solidFill>
                  <a:srgbClr val="14375F"/>
                </a:solidFill>
                <a:uFillTx/>
                <a:latin typeface="Calibri"/>
                <a:ea typeface="Calibri"/>
              </a:rPr>
              <a:t>Python + Pytest</a:t>
            </a:r>
            <a:endParaRPr lang="en-US" sz="800" b="0" u="none" strike="noStrike" dirty="0">
              <a:solidFill>
                <a:srgbClr val="000000"/>
              </a:solidFill>
              <a:uFillTx/>
              <a:latin typeface="Noto Sans CJK SC"/>
            </a:endParaRPr>
          </a:p>
        </p:txBody>
      </p:sp>
      <p:sp>
        <p:nvSpPr>
          <p:cNvPr id="505" name="Shape 66"/>
          <p:cNvSpPr/>
          <p:nvPr/>
        </p:nvSpPr>
        <p:spPr>
          <a:xfrm>
            <a:off x="6556320" y="2779920"/>
            <a:ext cx="72360" cy="72360"/>
          </a:xfrm>
          <a:prstGeom prst="ellipse">
            <a:avLst/>
          </a:prstGeom>
          <a:solidFill>
            <a:srgbClr val="8E44AD"/>
          </a:solidFill>
          <a:ln w="12700">
            <a:solidFill>
              <a:srgbClr val="8E44AD"/>
            </a:solidFill>
            <a:round/>
          </a:ln>
        </p:spPr>
        <p:style>
          <a:lnRef idx="0">
            <a:scrgbClr r="0" g="0" b="0"/>
          </a:lnRef>
          <a:fillRef idx="0">
            <a:scrgbClr r="0" g="0" b="0"/>
          </a:fillRef>
          <a:effectRef idx="0">
            <a:scrgbClr r="0" g="0" b="0"/>
          </a:effectRef>
          <a:fontRef idx="minor"/>
        </p:style>
        <p:txBody>
          <a:bodyPr lIns="36000" tIns="6840" rIns="36000" bIns="684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506" name="Text 67"/>
          <p:cNvSpPr/>
          <p:nvPr/>
        </p:nvSpPr>
        <p:spPr>
          <a:xfrm>
            <a:off x="6693480" y="2761560"/>
            <a:ext cx="233100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Behave BDD</a:t>
            </a:r>
            <a:endParaRPr lang="en-US" sz="800" b="0" u="none" strike="noStrike">
              <a:solidFill>
                <a:srgbClr val="000000"/>
              </a:solidFill>
              <a:uFillTx/>
              <a:latin typeface="Noto Sans CJK SC"/>
            </a:endParaRPr>
          </a:p>
        </p:txBody>
      </p:sp>
      <p:sp>
        <p:nvSpPr>
          <p:cNvPr id="507" name="Shape 68"/>
          <p:cNvSpPr/>
          <p:nvPr/>
        </p:nvSpPr>
        <p:spPr>
          <a:xfrm>
            <a:off x="6556320" y="2953440"/>
            <a:ext cx="72360" cy="72360"/>
          </a:xfrm>
          <a:prstGeom prst="ellipse">
            <a:avLst/>
          </a:prstGeom>
          <a:solidFill>
            <a:srgbClr val="8E44AD"/>
          </a:solidFill>
          <a:ln w="12700">
            <a:solidFill>
              <a:srgbClr val="8E44AD"/>
            </a:solidFill>
            <a:round/>
          </a:ln>
        </p:spPr>
        <p:style>
          <a:lnRef idx="0">
            <a:scrgbClr r="0" g="0" b="0"/>
          </a:lnRef>
          <a:fillRef idx="0">
            <a:scrgbClr r="0" g="0" b="0"/>
          </a:fillRef>
          <a:effectRef idx="0">
            <a:scrgbClr r="0" g="0" b="0"/>
          </a:effectRef>
          <a:fontRef idx="minor"/>
        </p:style>
        <p:txBody>
          <a:bodyPr lIns="36000" tIns="6840" rIns="36000" bIns="684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508" name="Text 69"/>
          <p:cNvSpPr/>
          <p:nvPr/>
        </p:nvSpPr>
        <p:spPr>
          <a:xfrm>
            <a:off x="6693480" y="2935080"/>
            <a:ext cx="233100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Allure Reports + Chrome</a:t>
            </a:r>
            <a:endParaRPr lang="en-US" sz="800" b="0" u="none" strike="noStrike">
              <a:solidFill>
                <a:srgbClr val="000000"/>
              </a:solidFill>
              <a:uFillTx/>
              <a:latin typeface="Noto Sans CJK SC"/>
            </a:endParaRPr>
          </a:p>
        </p:txBody>
      </p:sp>
      <p:sp>
        <p:nvSpPr>
          <p:cNvPr id="509" name="Shape 70"/>
          <p:cNvSpPr/>
          <p:nvPr/>
        </p:nvSpPr>
        <p:spPr>
          <a:xfrm>
            <a:off x="6464880" y="3209400"/>
            <a:ext cx="2605320" cy="227880"/>
          </a:xfrm>
          <a:prstGeom prst="rect">
            <a:avLst/>
          </a:prstGeom>
          <a:solidFill>
            <a:srgbClr val="8E44AD"/>
          </a:solidFill>
          <a:ln w="12700">
            <a:solidFill>
              <a:srgbClr val="8E44A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510" name="Text 71"/>
          <p:cNvSpPr/>
          <p:nvPr/>
        </p:nvSpPr>
        <p:spPr>
          <a:xfrm>
            <a:off x="6556320" y="3209400"/>
            <a:ext cx="242244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1" u="none" strike="noStrike">
                <a:solidFill>
                  <a:srgbClr val="FFFFFF"/>
                </a:solidFill>
                <a:uFillTx/>
                <a:latin typeface="Calibri"/>
                <a:ea typeface="Calibri"/>
              </a:rPr>
              <a:t>VALIDATED AREAS</a:t>
            </a:r>
            <a:endParaRPr lang="en-US" sz="850" b="0" u="none" strike="noStrike">
              <a:solidFill>
                <a:srgbClr val="000000"/>
              </a:solidFill>
              <a:uFillTx/>
              <a:latin typeface="Noto Sans CJK SC"/>
            </a:endParaRPr>
          </a:p>
        </p:txBody>
      </p:sp>
      <p:sp>
        <p:nvSpPr>
          <p:cNvPr id="511" name="Shape 72"/>
          <p:cNvSpPr/>
          <p:nvPr/>
        </p:nvSpPr>
        <p:spPr>
          <a:xfrm>
            <a:off x="6464880" y="3438000"/>
            <a:ext cx="2605320" cy="74916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512" name="Shape 73"/>
          <p:cNvSpPr/>
          <p:nvPr/>
        </p:nvSpPr>
        <p:spPr>
          <a:xfrm>
            <a:off x="6556320" y="3483720"/>
            <a:ext cx="72360" cy="72360"/>
          </a:xfrm>
          <a:prstGeom prst="ellipse">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36000" tIns="6840" rIns="36000" bIns="684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513" name="Text 74"/>
          <p:cNvSpPr/>
          <p:nvPr/>
        </p:nvSpPr>
        <p:spPr>
          <a:xfrm>
            <a:off x="6693480" y="3465720"/>
            <a:ext cx="233100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Workflow navigation</a:t>
            </a:r>
            <a:endParaRPr lang="en-US" sz="800" b="0" u="none" strike="noStrike">
              <a:solidFill>
                <a:srgbClr val="000000"/>
              </a:solidFill>
              <a:uFillTx/>
              <a:latin typeface="Noto Sans CJK SC"/>
            </a:endParaRPr>
          </a:p>
        </p:txBody>
      </p:sp>
      <p:sp>
        <p:nvSpPr>
          <p:cNvPr id="514" name="Shape 75"/>
          <p:cNvSpPr/>
          <p:nvPr/>
        </p:nvSpPr>
        <p:spPr>
          <a:xfrm>
            <a:off x="6556320" y="3657600"/>
            <a:ext cx="72360" cy="72360"/>
          </a:xfrm>
          <a:prstGeom prst="ellipse">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36000" tIns="6840" rIns="36000" bIns="684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515" name="Text 76"/>
          <p:cNvSpPr/>
          <p:nvPr/>
        </p:nvSpPr>
        <p:spPr>
          <a:xfrm>
            <a:off x="6693480" y="3639240"/>
            <a:ext cx="233100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Form validations</a:t>
            </a:r>
            <a:endParaRPr lang="en-US" sz="800" b="0" u="none" strike="noStrike">
              <a:solidFill>
                <a:srgbClr val="000000"/>
              </a:solidFill>
              <a:uFillTx/>
              <a:latin typeface="Noto Sans CJK SC"/>
            </a:endParaRPr>
          </a:p>
        </p:txBody>
      </p:sp>
      <p:sp>
        <p:nvSpPr>
          <p:cNvPr id="516" name="Shape 77"/>
          <p:cNvSpPr/>
          <p:nvPr/>
        </p:nvSpPr>
        <p:spPr>
          <a:xfrm>
            <a:off x="6556320" y="3831480"/>
            <a:ext cx="72360" cy="72360"/>
          </a:xfrm>
          <a:prstGeom prst="ellipse">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36000" tIns="6840" rIns="36000" bIns="684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517" name="Text 78"/>
          <p:cNvSpPr/>
          <p:nvPr/>
        </p:nvSpPr>
        <p:spPr>
          <a:xfrm>
            <a:off x="6693480" y="3813120"/>
            <a:ext cx="233100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Booking steps</a:t>
            </a:r>
            <a:endParaRPr lang="en-US" sz="800" b="0" u="none" strike="noStrike">
              <a:solidFill>
                <a:srgbClr val="000000"/>
              </a:solidFill>
              <a:uFillTx/>
              <a:latin typeface="Noto Sans CJK SC"/>
            </a:endParaRPr>
          </a:p>
        </p:txBody>
      </p:sp>
      <p:sp>
        <p:nvSpPr>
          <p:cNvPr id="518" name="Shape 79"/>
          <p:cNvSpPr/>
          <p:nvPr/>
        </p:nvSpPr>
        <p:spPr>
          <a:xfrm>
            <a:off x="6556320" y="4005000"/>
            <a:ext cx="72360" cy="72360"/>
          </a:xfrm>
          <a:prstGeom prst="ellipse">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36000" tIns="6840" rIns="36000" bIns="684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519" name="Text 80"/>
          <p:cNvSpPr/>
          <p:nvPr/>
        </p:nvSpPr>
        <p:spPr>
          <a:xfrm>
            <a:off x="6693480" y="3986640"/>
            <a:ext cx="233100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14375F"/>
                </a:solidFill>
                <a:uFillTx/>
                <a:latin typeface="Calibri"/>
                <a:ea typeface="Calibri"/>
              </a:rPr>
              <a:t>Payment page boundary</a:t>
            </a:r>
            <a:endParaRPr lang="en-US" sz="800" b="0" u="none" strike="noStrike">
              <a:solidFill>
                <a:srgbClr val="000000"/>
              </a:solidFill>
              <a:uFillTx/>
              <a:latin typeface="Noto Sans CJK SC"/>
            </a:endParaRPr>
          </a:p>
        </p:txBody>
      </p:sp>
      <p:sp>
        <p:nvSpPr>
          <p:cNvPr id="520" name="Shape 81"/>
          <p:cNvSpPr/>
          <p:nvPr/>
        </p:nvSpPr>
        <p:spPr>
          <a:xfrm>
            <a:off x="347400" y="4316040"/>
            <a:ext cx="8722800" cy="383400"/>
          </a:xfrm>
          <a:prstGeom prst="rect">
            <a:avLst/>
          </a:prstGeom>
          <a:solidFill>
            <a:srgbClr val="EBF4FB"/>
          </a:solidFill>
          <a:ln w="12700">
            <a:solidFill>
              <a:srgbClr val="CBD8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521" name="Text 82"/>
          <p:cNvSpPr/>
          <p:nvPr/>
        </p:nvSpPr>
        <p:spPr>
          <a:xfrm>
            <a:off x="548640" y="4352400"/>
            <a:ext cx="201096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1" u="none" strike="noStrike">
                <a:solidFill>
                  <a:srgbClr val="14375F"/>
                </a:solidFill>
                <a:uFillTx/>
                <a:latin typeface="Calibri"/>
                <a:ea typeface="Calibri"/>
              </a:rPr>
              <a:t>OS: Windows 11</a:t>
            </a:r>
            <a:endParaRPr lang="en-US" sz="900" b="0" u="none" strike="noStrike">
              <a:solidFill>
                <a:srgbClr val="000000"/>
              </a:solidFill>
              <a:uFillTx/>
              <a:latin typeface="Noto Sans CJK SC"/>
            </a:endParaRPr>
          </a:p>
        </p:txBody>
      </p:sp>
      <p:sp>
        <p:nvSpPr>
          <p:cNvPr id="522" name="Text 83"/>
          <p:cNvSpPr/>
          <p:nvPr/>
        </p:nvSpPr>
        <p:spPr>
          <a:xfrm>
            <a:off x="2697480" y="4352400"/>
            <a:ext cx="201096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dirty="0">
                <a:solidFill>
                  <a:srgbClr val="14375F"/>
                </a:solidFill>
                <a:uFillTx/>
                <a:latin typeface="Calibri"/>
                <a:ea typeface="Calibri"/>
              </a:rPr>
              <a:t>Framework: POM</a:t>
            </a:r>
            <a:r>
              <a:rPr lang="en-US" sz="900" dirty="0">
                <a:solidFill>
                  <a:srgbClr val="14375F"/>
                </a:solidFill>
                <a:latin typeface="Calibri"/>
                <a:ea typeface="Calibri"/>
              </a:rPr>
              <a:t> + BDD</a:t>
            </a:r>
            <a:endParaRPr lang="en-US" sz="900" b="0" u="none" strike="noStrike" dirty="0">
              <a:solidFill>
                <a:srgbClr val="000000"/>
              </a:solidFill>
              <a:uFillTx/>
              <a:latin typeface="Noto Sans CJK SC"/>
            </a:endParaRPr>
          </a:p>
        </p:txBody>
      </p:sp>
      <p:sp>
        <p:nvSpPr>
          <p:cNvPr id="523" name="Text 84"/>
          <p:cNvSpPr/>
          <p:nvPr/>
        </p:nvSpPr>
        <p:spPr>
          <a:xfrm>
            <a:off x="4846320" y="4352400"/>
            <a:ext cx="201096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a:solidFill>
                  <a:srgbClr val="14375F"/>
                </a:solidFill>
                <a:uFillTx/>
                <a:latin typeface="Calibri"/>
                <a:ea typeface="Calibri"/>
              </a:rPr>
              <a:t>Logs: Enabled</a:t>
            </a:r>
            <a:endParaRPr lang="en-US" sz="900" b="0" u="none" strike="noStrike">
              <a:solidFill>
                <a:srgbClr val="000000"/>
              </a:solidFill>
              <a:uFillTx/>
              <a:latin typeface="Noto Sans CJK SC"/>
            </a:endParaRPr>
          </a:p>
        </p:txBody>
      </p:sp>
      <p:sp>
        <p:nvSpPr>
          <p:cNvPr id="524" name="Text 85"/>
          <p:cNvSpPr/>
          <p:nvPr/>
        </p:nvSpPr>
        <p:spPr>
          <a:xfrm>
            <a:off x="6995160" y="4352400"/>
            <a:ext cx="201096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a:solidFill>
                  <a:srgbClr val="14375F"/>
                </a:solidFill>
                <a:uFillTx/>
                <a:latin typeface="Calibri"/>
                <a:ea typeface="Calibri"/>
              </a:rPr>
              <a:t>Screenshots: Enabled</a:t>
            </a:r>
            <a:endParaRPr lang="en-US" sz="900" b="0" u="none" strike="noStrike">
              <a:solidFill>
                <a:srgbClr val="000000"/>
              </a:solidFill>
              <a:uFillTx/>
              <a:latin typeface="Noto Sans CJK SC"/>
            </a:endParaRPr>
          </a:p>
        </p:txBody>
      </p:sp>
      <p:sp>
        <p:nvSpPr>
          <p:cNvPr id="525" name="Shape 86"/>
          <p:cNvSpPr/>
          <p:nvPr/>
        </p:nvSpPr>
        <p:spPr>
          <a:xfrm>
            <a:off x="0" y="4818960"/>
            <a:ext cx="9143280" cy="12960"/>
          </a:xfrm>
          <a:prstGeom prst="rect">
            <a:avLst/>
          </a:prstGeom>
          <a:solidFill>
            <a:srgbClr val="CBD8E8"/>
          </a:solidFill>
          <a:ln w="12700">
            <a:solidFill>
              <a:srgbClr val="CBD8E8"/>
            </a:solidFill>
            <a:round/>
          </a:ln>
        </p:spPr>
        <p:style>
          <a:lnRef idx="0">
            <a:scrgbClr r="0" g="0" b="0"/>
          </a:lnRef>
          <a:fillRef idx="0">
            <a:scrgbClr r="0" g="0" b="0"/>
          </a:fillRef>
          <a:effectRef idx="0">
            <a:scrgbClr r="0" g="0" b="0"/>
          </a:effectRef>
          <a:fontRef idx="minor"/>
        </p:style>
        <p:txBody>
          <a:bodyPr lIns="90000" tIns="-31320" rIns="90000" bIns="-3132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526" name="Text 87"/>
          <p:cNvSpPr/>
          <p:nvPr/>
        </p:nvSpPr>
        <p:spPr>
          <a:xfrm>
            <a:off x="320040" y="4846320"/>
            <a:ext cx="640008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50" b="0" u="none" strike="noStrike">
                <a:solidFill>
                  <a:srgbClr val="6B7C93"/>
                </a:solidFill>
                <a:uFillTx/>
                <a:latin typeface="Calibri"/>
                <a:ea typeface="Calibri"/>
              </a:rPr>
              <a:t>Goibibo End-to-End Automation Testing Framework</a:t>
            </a:r>
            <a:endParaRPr lang="en-US" sz="750" b="0" u="none" strike="noStrike">
              <a:solidFill>
                <a:srgbClr val="000000"/>
              </a:solidFill>
              <a:uFillTx/>
              <a:latin typeface="Noto Sans CJK SC"/>
            </a:endParaRPr>
          </a:p>
        </p:txBody>
      </p:sp>
      <p:sp>
        <p:nvSpPr>
          <p:cNvPr id="527" name="Text 88"/>
          <p:cNvSpPr/>
          <p:nvPr/>
        </p:nvSpPr>
        <p:spPr>
          <a:xfrm>
            <a:off x="8503920" y="4827960"/>
            <a:ext cx="50220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900" b="1" u="none" strike="noStrike">
                <a:solidFill>
                  <a:srgbClr val="1677C8"/>
                </a:solidFill>
                <a:uFillTx/>
                <a:latin typeface="Calibri"/>
                <a:ea typeface="Calibri"/>
              </a:rPr>
              <a:t>07</a:t>
            </a:r>
            <a:endParaRPr lang="en-US" sz="900" b="0" u="none" strike="noStrike">
              <a:solidFill>
                <a:srgbClr val="000000"/>
              </a:solidFill>
              <a:uFillTx/>
              <a:latin typeface="Noto Sans CJK SC"/>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8" name="Shape 0"/>
          <p:cNvSpPr/>
          <p:nvPr/>
        </p:nvSpPr>
        <p:spPr>
          <a:xfrm>
            <a:off x="0" y="0"/>
            <a:ext cx="9143280" cy="54000"/>
          </a:xfrm>
          <a:prstGeom prst="rect">
            <a:avLst/>
          </a:prstGeom>
          <a:solidFill>
            <a:srgbClr val="1677C8"/>
          </a:solidFill>
          <a:ln w="12700">
            <a:solidFill>
              <a:srgbClr val="1677C8"/>
            </a:solidFill>
            <a:round/>
          </a:ln>
        </p:spPr>
        <p:style>
          <a:lnRef idx="0">
            <a:scrgbClr r="0" g="0" b="0"/>
          </a:lnRef>
          <a:fillRef idx="0">
            <a:scrgbClr r="0" g="0" b="0"/>
          </a:fillRef>
          <a:effectRef idx="0">
            <a:scrgbClr r="0" g="0" b="0"/>
          </a:effectRef>
          <a:fontRef idx="minor"/>
        </p:style>
        <p:txBody>
          <a:bodyPr lIns="90000" tIns="9720" rIns="90000" bIns="972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529" name="Text 1"/>
          <p:cNvSpPr/>
          <p:nvPr/>
        </p:nvSpPr>
        <p:spPr>
          <a:xfrm>
            <a:off x="365760" y="164520"/>
            <a:ext cx="365688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1" u="none" strike="noStrike" spc="201">
                <a:solidFill>
                  <a:srgbClr val="00A3E0"/>
                </a:solidFill>
                <a:uFillTx/>
                <a:latin typeface="Calibri"/>
                <a:ea typeface="Calibri"/>
              </a:rPr>
              <a:t>DELIVERABLES</a:t>
            </a:r>
            <a:endParaRPr lang="en-US" sz="800" b="0" u="none" strike="noStrike">
              <a:solidFill>
                <a:srgbClr val="000000"/>
              </a:solidFill>
              <a:uFillTx/>
              <a:latin typeface="Noto Sans CJK SC"/>
            </a:endParaRPr>
          </a:p>
        </p:txBody>
      </p:sp>
      <p:sp>
        <p:nvSpPr>
          <p:cNvPr id="530" name="Text 2"/>
          <p:cNvSpPr/>
          <p:nvPr/>
        </p:nvSpPr>
        <p:spPr>
          <a:xfrm>
            <a:off x="365760" y="384120"/>
            <a:ext cx="8411760" cy="45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14375F"/>
                </a:solidFill>
                <a:uFillTx/>
                <a:latin typeface="Calibri"/>
                <a:ea typeface="Calibri"/>
              </a:rPr>
              <a:t>Project Deliverables</a:t>
            </a:r>
            <a:endParaRPr lang="en-US" sz="2600" b="0" u="none" strike="noStrike">
              <a:solidFill>
                <a:srgbClr val="000000"/>
              </a:solidFill>
              <a:uFillTx/>
              <a:latin typeface="Noto Sans CJK SC"/>
            </a:endParaRPr>
          </a:p>
        </p:txBody>
      </p:sp>
      <p:sp>
        <p:nvSpPr>
          <p:cNvPr id="531" name="Text 3"/>
          <p:cNvSpPr/>
          <p:nvPr/>
        </p:nvSpPr>
        <p:spPr>
          <a:xfrm>
            <a:off x="365760" y="859680"/>
            <a:ext cx="8411760" cy="236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50" b="0" u="none" strike="noStrike">
                <a:solidFill>
                  <a:srgbClr val="6B7C93"/>
                </a:solidFill>
                <a:uFillTx/>
                <a:latin typeface="Calibri"/>
                <a:ea typeface="Calibri"/>
              </a:rPr>
              <a:t>Final assets prepared for project review and demonstration</a:t>
            </a:r>
            <a:endParaRPr lang="en-US" sz="1050" b="0" u="none" strike="noStrike">
              <a:solidFill>
                <a:srgbClr val="000000"/>
              </a:solidFill>
              <a:uFillTx/>
              <a:latin typeface="Noto Sans CJK SC"/>
            </a:endParaRPr>
          </a:p>
        </p:txBody>
      </p:sp>
      <p:sp>
        <p:nvSpPr>
          <p:cNvPr id="532" name="Shape 4"/>
          <p:cNvSpPr/>
          <p:nvPr/>
        </p:nvSpPr>
        <p:spPr>
          <a:xfrm>
            <a:off x="251640" y="1207080"/>
            <a:ext cx="1919520" cy="120636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533" name="Shape 5"/>
          <p:cNvSpPr/>
          <p:nvPr/>
        </p:nvSpPr>
        <p:spPr>
          <a:xfrm>
            <a:off x="251640" y="1207080"/>
            <a:ext cx="54000" cy="1206360"/>
          </a:xfrm>
          <a:prstGeom prst="rect">
            <a:avLst/>
          </a:prstGeom>
          <a:solidFill>
            <a:srgbClr val="1677C8"/>
          </a:solidFill>
          <a:ln w="12700">
            <a:solidFill>
              <a:srgbClr val="1677C8"/>
            </a:solidFill>
            <a:round/>
          </a:ln>
        </p:spPr>
        <p:style>
          <a:lnRef idx="0">
            <a:scrgbClr r="0" g="0" b="0"/>
          </a:lnRef>
          <a:fillRef idx="0">
            <a:scrgbClr r="0" g="0" b="0"/>
          </a:fillRef>
          <a:effectRef idx="0">
            <a:scrgbClr r="0" g="0" b="0"/>
          </a:effectRef>
          <a:fontRef idx="minor"/>
        </p:style>
        <p:txBody>
          <a:bodyPr lIns="27000" tIns="45000" rIns="27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534" name="Shape 6"/>
          <p:cNvSpPr/>
          <p:nvPr/>
        </p:nvSpPr>
        <p:spPr>
          <a:xfrm>
            <a:off x="452520" y="1408320"/>
            <a:ext cx="502200" cy="502200"/>
          </a:xfrm>
          <a:prstGeom prst="ellipse">
            <a:avLst/>
          </a:prstGeom>
          <a:solidFill>
            <a:srgbClr val="1677C8"/>
          </a:solidFill>
          <a:ln w="12700">
            <a:solidFill>
              <a:srgbClr val="1677C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535" name="Text 7"/>
          <p:cNvSpPr/>
          <p:nvPr/>
        </p:nvSpPr>
        <p:spPr>
          <a:xfrm>
            <a:off x="452520" y="1408320"/>
            <a:ext cx="50220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FFFFFF"/>
                </a:solidFill>
                <a:uFillTx/>
                <a:latin typeface="Calibri"/>
                <a:ea typeface="Calibri"/>
              </a:rPr>
              <a:t>S</a:t>
            </a:r>
            <a:endParaRPr lang="en-US" sz="1800" b="0" u="none" strike="noStrike">
              <a:solidFill>
                <a:srgbClr val="000000"/>
              </a:solidFill>
              <a:uFillTx/>
              <a:latin typeface="Noto Sans CJK SC"/>
            </a:endParaRPr>
          </a:p>
        </p:txBody>
      </p:sp>
      <p:sp>
        <p:nvSpPr>
          <p:cNvPr id="536" name="Text 8"/>
          <p:cNvSpPr/>
          <p:nvPr/>
        </p:nvSpPr>
        <p:spPr>
          <a:xfrm>
            <a:off x="1056240" y="1408320"/>
            <a:ext cx="1005120" cy="822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14375F"/>
                </a:solidFill>
                <a:uFillTx/>
                <a:latin typeface="Calibri"/>
                <a:ea typeface="Calibri"/>
              </a:rPr>
              <a:t>Selenium Automation</a:t>
            </a:r>
            <a:endParaRPr lang="en-US" sz="1000" b="0" u="none" strike="noStrike">
              <a:solidFill>
                <a:srgbClr val="000000"/>
              </a:solidFill>
              <a:uFillTx/>
              <a:latin typeface="Noto Sans CJK SC"/>
            </a:endParaRPr>
          </a:p>
          <a:p>
            <a:pPr defTabSz="914400">
              <a:lnSpc>
                <a:spcPct val="100000"/>
              </a:lnSpc>
              <a:tabLst>
                <a:tab pos="0" algn="l"/>
              </a:tabLst>
            </a:pPr>
            <a:r>
              <a:rPr lang="en-US" sz="1000" b="1" u="none" strike="noStrike">
                <a:solidFill>
                  <a:srgbClr val="14375F"/>
                </a:solidFill>
                <a:uFillTx/>
                <a:latin typeface="Calibri"/>
                <a:ea typeface="Calibri"/>
              </a:rPr>
              <a:t>Framework (Python)</a:t>
            </a:r>
            <a:endParaRPr lang="en-US" sz="1000" b="0" u="none" strike="noStrike">
              <a:solidFill>
                <a:srgbClr val="000000"/>
              </a:solidFill>
              <a:uFillTx/>
              <a:latin typeface="Noto Sans CJK SC"/>
            </a:endParaRPr>
          </a:p>
        </p:txBody>
      </p:sp>
      <p:sp>
        <p:nvSpPr>
          <p:cNvPr id="537" name="Shape 9"/>
          <p:cNvSpPr/>
          <p:nvPr/>
        </p:nvSpPr>
        <p:spPr>
          <a:xfrm>
            <a:off x="2491920" y="1207080"/>
            <a:ext cx="1919520" cy="120636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538" name="Shape 10"/>
          <p:cNvSpPr/>
          <p:nvPr/>
        </p:nvSpPr>
        <p:spPr>
          <a:xfrm>
            <a:off x="2491920" y="1207080"/>
            <a:ext cx="54000" cy="1206360"/>
          </a:xfrm>
          <a:prstGeom prst="rect">
            <a:avLst/>
          </a:prstGeom>
          <a:solidFill>
            <a:srgbClr val="00A3E0"/>
          </a:solidFill>
          <a:ln w="12700">
            <a:solidFill>
              <a:srgbClr val="00A3E0"/>
            </a:solidFill>
            <a:round/>
          </a:ln>
        </p:spPr>
        <p:style>
          <a:lnRef idx="0">
            <a:scrgbClr r="0" g="0" b="0"/>
          </a:lnRef>
          <a:fillRef idx="0">
            <a:scrgbClr r="0" g="0" b="0"/>
          </a:fillRef>
          <a:effectRef idx="0">
            <a:scrgbClr r="0" g="0" b="0"/>
          </a:effectRef>
          <a:fontRef idx="minor"/>
        </p:style>
        <p:txBody>
          <a:bodyPr lIns="27000" tIns="45000" rIns="27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539" name="Shape 11"/>
          <p:cNvSpPr/>
          <p:nvPr/>
        </p:nvSpPr>
        <p:spPr>
          <a:xfrm>
            <a:off x="2692800" y="1408320"/>
            <a:ext cx="502200" cy="502200"/>
          </a:xfrm>
          <a:prstGeom prst="ellipse">
            <a:avLst/>
          </a:prstGeom>
          <a:solidFill>
            <a:srgbClr val="00A3E0"/>
          </a:solidFill>
          <a:ln w="12700">
            <a:solidFill>
              <a:srgbClr val="00A3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540" name="Text 12"/>
          <p:cNvSpPr/>
          <p:nvPr/>
        </p:nvSpPr>
        <p:spPr>
          <a:xfrm>
            <a:off x="2692800" y="1408320"/>
            <a:ext cx="50220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FFFFFF"/>
                </a:solidFill>
                <a:uFillTx/>
                <a:latin typeface="Calibri"/>
                <a:ea typeface="Calibri"/>
              </a:rPr>
              <a:t>B</a:t>
            </a:r>
            <a:endParaRPr lang="en-US" sz="1800" b="0" u="none" strike="noStrike">
              <a:solidFill>
                <a:srgbClr val="000000"/>
              </a:solidFill>
              <a:uFillTx/>
              <a:latin typeface="Noto Sans CJK SC"/>
            </a:endParaRPr>
          </a:p>
        </p:txBody>
      </p:sp>
      <p:sp>
        <p:nvSpPr>
          <p:cNvPr id="541" name="Text 13"/>
          <p:cNvSpPr/>
          <p:nvPr/>
        </p:nvSpPr>
        <p:spPr>
          <a:xfrm>
            <a:off x="3296520" y="1408320"/>
            <a:ext cx="1005120" cy="822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14375F"/>
                </a:solidFill>
                <a:uFillTx/>
                <a:latin typeface="Calibri"/>
                <a:ea typeface="Calibri"/>
              </a:rPr>
              <a:t>Behave BDD</a:t>
            </a:r>
            <a:endParaRPr lang="en-US" sz="1000" b="0" u="none" strike="noStrike">
              <a:solidFill>
                <a:srgbClr val="000000"/>
              </a:solidFill>
              <a:uFillTx/>
              <a:latin typeface="Noto Sans CJK SC"/>
            </a:endParaRPr>
          </a:p>
          <a:p>
            <a:pPr defTabSz="914400">
              <a:lnSpc>
                <a:spcPct val="100000"/>
              </a:lnSpc>
              <a:tabLst>
                <a:tab pos="0" algn="l"/>
              </a:tabLst>
            </a:pPr>
            <a:r>
              <a:rPr lang="en-US" sz="1000" b="1" u="none" strike="noStrike">
                <a:solidFill>
                  <a:srgbClr val="14375F"/>
                </a:solidFill>
                <a:uFillTx/>
                <a:latin typeface="Calibri"/>
                <a:ea typeface="Calibri"/>
              </a:rPr>
              <a:t>Feature Files</a:t>
            </a:r>
            <a:endParaRPr lang="en-US" sz="1000" b="0" u="none" strike="noStrike">
              <a:solidFill>
                <a:srgbClr val="000000"/>
              </a:solidFill>
              <a:uFillTx/>
              <a:latin typeface="Noto Sans CJK SC"/>
            </a:endParaRPr>
          </a:p>
        </p:txBody>
      </p:sp>
      <p:sp>
        <p:nvSpPr>
          <p:cNvPr id="542" name="Shape 14"/>
          <p:cNvSpPr/>
          <p:nvPr/>
        </p:nvSpPr>
        <p:spPr>
          <a:xfrm>
            <a:off x="4732200" y="1207080"/>
            <a:ext cx="1919520" cy="120636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543" name="Shape 15"/>
          <p:cNvSpPr/>
          <p:nvPr/>
        </p:nvSpPr>
        <p:spPr>
          <a:xfrm>
            <a:off x="4732200" y="1207080"/>
            <a:ext cx="54000" cy="1206360"/>
          </a:xfrm>
          <a:prstGeom prst="rect">
            <a:avLst/>
          </a:prstGeom>
          <a:solidFill>
            <a:srgbClr val="F05A28"/>
          </a:solidFill>
          <a:ln w="12700">
            <a:solidFill>
              <a:srgbClr val="F05A28"/>
            </a:solidFill>
            <a:round/>
          </a:ln>
        </p:spPr>
        <p:style>
          <a:lnRef idx="0">
            <a:scrgbClr r="0" g="0" b="0"/>
          </a:lnRef>
          <a:fillRef idx="0">
            <a:scrgbClr r="0" g="0" b="0"/>
          </a:fillRef>
          <a:effectRef idx="0">
            <a:scrgbClr r="0" g="0" b="0"/>
          </a:effectRef>
          <a:fontRef idx="minor"/>
        </p:style>
        <p:txBody>
          <a:bodyPr lIns="27000" tIns="45000" rIns="27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544" name="Shape 16"/>
          <p:cNvSpPr/>
          <p:nvPr/>
        </p:nvSpPr>
        <p:spPr>
          <a:xfrm>
            <a:off x="4933080" y="1408320"/>
            <a:ext cx="502200" cy="502200"/>
          </a:xfrm>
          <a:prstGeom prst="ellipse">
            <a:avLst/>
          </a:prstGeom>
          <a:solidFill>
            <a:srgbClr val="F05A28"/>
          </a:solidFill>
          <a:ln w="12700">
            <a:solidFill>
              <a:srgbClr val="F05A2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545" name="Text 17"/>
          <p:cNvSpPr/>
          <p:nvPr/>
        </p:nvSpPr>
        <p:spPr>
          <a:xfrm>
            <a:off x="4933080" y="1408320"/>
            <a:ext cx="50220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FFFFFF"/>
                </a:solidFill>
                <a:uFillTx/>
                <a:latin typeface="Calibri"/>
                <a:ea typeface="Calibri"/>
              </a:rPr>
              <a:t>R</a:t>
            </a:r>
            <a:endParaRPr lang="en-US" sz="1800" b="0" u="none" strike="noStrike">
              <a:solidFill>
                <a:srgbClr val="000000"/>
              </a:solidFill>
              <a:uFillTx/>
              <a:latin typeface="Noto Sans CJK SC"/>
            </a:endParaRPr>
          </a:p>
        </p:txBody>
      </p:sp>
      <p:sp>
        <p:nvSpPr>
          <p:cNvPr id="546" name="Text 18"/>
          <p:cNvSpPr/>
          <p:nvPr/>
        </p:nvSpPr>
        <p:spPr>
          <a:xfrm>
            <a:off x="5536800" y="1408320"/>
            <a:ext cx="1005120" cy="822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14375F"/>
                </a:solidFill>
                <a:uFillTx/>
                <a:latin typeface="Calibri"/>
                <a:ea typeface="Calibri"/>
              </a:rPr>
              <a:t>Test Report</a:t>
            </a:r>
            <a:endParaRPr lang="en-US" sz="1000" b="0" u="none" strike="noStrike">
              <a:solidFill>
                <a:srgbClr val="000000"/>
              </a:solidFill>
              <a:uFillTx/>
              <a:latin typeface="Noto Sans CJK SC"/>
            </a:endParaRPr>
          </a:p>
          <a:p>
            <a:pPr defTabSz="914400">
              <a:lnSpc>
                <a:spcPct val="100000"/>
              </a:lnSpc>
              <a:tabLst>
                <a:tab pos="0" algn="l"/>
              </a:tabLst>
            </a:pPr>
            <a:r>
              <a:rPr lang="en-US" sz="1000" b="1" u="none" strike="noStrike">
                <a:solidFill>
                  <a:srgbClr val="14375F"/>
                </a:solidFill>
                <a:uFillTx/>
                <a:latin typeface="Calibri"/>
                <a:ea typeface="Calibri"/>
              </a:rPr>
              <a:t>(PDF)</a:t>
            </a:r>
            <a:endParaRPr lang="en-US" sz="1000" b="0" u="none" strike="noStrike">
              <a:solidFill>
                <a:srgbClr val="000000"/>
              </a:solidFill>
              <a:uFillTx/>
              <a:latin typeface="Noto Sans CJK SC"/>
            </a:endParaRPr>
          </a:p>
        </p:txBody>
      </p:sp>
      <p:sp>
        <p:nvSpPr>
          <p:cNvPr id="547" name="Shape 19"/>
          <p:cNvSpPr/>
          <p:nvPr/>
        </p:nvSpPr>
        <p:spPr>
          <a:xfrm>
            <a:off x="6972480" y="1207080"/>
            <a:ext cx="1919520" cy="120636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548" name="Shape 20"/>
          <p:cNvSpPr/>
          <p:nvPr/>
        </p:nvSpPr>
        <p:spPr>
          <a:xfrm>
            <a:off x="6972480" y="1207080"/>
            <a:ext cx="54000" cy="1206360"/>
          </a:xfrm>
          <a:prstGeom prst="rect">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27000" tIns="45000" rIns="27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549" name="Shape 21"/>
          <p:cNvSpPr/>
          <p:nvPr/>
        </p:nvSpPr>
        <p:spPr>
          <a:xfrm>
            <a:off x="7173360" y="1408320"/>
            <a:ext cx="502200" cy="502200"/>
          </a:xfrm>
          <a:prstGeom prst="ellipse">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550" name="Text 22"/>
          <p:cNvSpPr/>
          <p:nvPr/>
        </p:nvSpPr>
        <p:spPr>
          <a:xfrm>
            <a:off x="7173360" y="1408320"/>
            <a:ext cx="50220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FFFFFF"/>
                </a:solidFill>
                <a:uFillTx/>
                <a:latin typeface="Calibri"/>
                <a:ea typeface="Calibri"/>
              </a:rPr>
              <a:t>G</a:t>
            </a:r>
            <a:endParaRPr lang="en-US" sz="1800" b="0" u="none" strike="noStrike">
              <a:solidFill>
                <a:srgbClr val="000000"/>
              </a:solidFill>
              <a:uFillTx/>
              <a:latin typeface="Noto Sans CJK SC"/>
            </a:endParaRPr>
          </a:p>
        </p:txBody>
      </p:sp>
      <p:sp>
        <p:nvSpPr>
          <p:cNvPr id="551" name="Text 23"/>
          <p:cNvSpPr/>
          <p:nvPr/>
        </p:nvSpPr>
        <p:spPr>
          <a:xfrm>
            <a:off x="7777080" y="1408320"/>
            <a:ext cx="1005120" cy="822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14375F"/>
                </a:solidFill>
                <a:uFillTx/>
                <a:latin typeface="Calibri"/>
                <a:ea typeface="Calibri"/>
              </a:rPr>
              <a:t>GitHub</a:t>
            </a:r>
            <a:endParaRPr lang="en-US" sz="1000" b="0" u="none" strike="noStrike">
              <a:solidFill>
                <a:srgbClr val="000000"/>
              </a:solidFill>
              <a:uFillTx/>
              <a:latin typeface="Noto Sans CJK SC"/>
            </a:endParaRPr>
          </a:p>
          <a:p>
            <a:pPr defTabSz="914400">
              <a:lnSpc>
                <a:spcPct val="100000"/>
              </a:lnSpc>
              <a:tabLst>
                <a:tab pos="0" algn="l"/>
              </a:tabLst>
            </a:pPr>
            <a:r>
              <a:rPr lang="en-US" sz="1000" b="1" u="none" strike="noStrike">
                <a:solidFill>
                  <a:srgbClr val="14375F"/>
                </a:solidFill>
                <a:uFillTx/>
                <a:latin typeface="Calibri"/>
                <a:ea typeface="Calibri"/>
              </a:rPr>
              <a:t>Repository</a:t>
            </a:r>
            <a:endParaRPr lang="en-US" sz="1000" b="0" u="none" strike="noStrike">
              <a:solidFill>
                <a:srgbClr val="000000"/>
              </a:solidFill>
              <a:uFillTx/>
              <a:latin typeface="Noto Sans CJK SC"/>
            </a:endParaRPr>
          </a:p>
        </p:txBody>
      </p:sp>
      <p:sp>
        <p:nvSpPr>
          <p:cNvPr id="552" name="Shape 24"/>
          <p:cNvSpPr/>
          <p:nvPr/>
        </p:nvSpPr>
        <p:spPr>
          <a:xfrm>
            <a:off x="251640" y="2688480"/>
            <a:ext cx="1919520" cy="120636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553" name="Shape 25"/>
          <p:cNvSpPr/>
          <p:nvPr/>
        </p:nvSpPr>
        <p:spPr>
          <a:xfrm>
            <a:off x="251640" y="2688480"/>
            <a:ext cx="54000" cy="1206360"/>
          </a:xfrm>
          <a:prstGeom prst="rect">
            <a:avLst/>
          </a:prstGeom>
          <a:solidFill>
            <a:srgbClr val="8E44AD"/>
          </a:solidFill>
          <a:ln w="12700">
            <a:solidFill>
              <a:srgbClr val="8E44AD"/>
            </a:solidFill>
            <a:round/>
          </a:ln>
        </p:spPr>
        <p:style>
          <a:lnRef idx="0">
            <a:scrgbClr r="0" g="0" b="0"/>
          </a:lnRef>
          <a:fillRef idx="0">
            <a:scrgbClr r="0" g="0" b="0"/>
          </a:fillRef>
          <a:effectRef idx="0">
            <a:scrgbClr r="0" g="0" b="0"/>
          </a:effectRef>
          <a:fontRef idx="minor"/>
        </p:style>
        <p:txBody>
          <a:bodyPr lIns="27000" tIns="45000" rIns="27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554" name="Shape 26"/>
          <p:cNvSpPr/>
          <p:nvPr/>
        </p:nvSpPr>
        <p:spPr>
          <a:xfrm>
            <a:off x="452520" y="2889360"/>
            <a:ext cx="502200" cy="502200"/>
          </a:xfrm>
          <a:prstGeom prst="ellipse">
            <a:avLst/>
          </a:prstGeom>
          <a:solidFill>
            <a:srgbClr val="8E44AD"/>
          </a:solidFill>
          <a:ln w="12700">
            <a:solidFill>
              <a:srgbClr val="8E44A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555" name="Text 27"/>
          <p:cNvSpPr/>
          <p:nvPr/>
        </p:nvSpPr>
        <p:spPr>
          <a:xfrm>
            <a:off x="452520" y="2889360"/>
            <a:ext cx="50220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FFFFFF"/>
                </a:solidFill>
                <a:uFillTx/>
                <a:latin typeface="Calibri"/>
                <a:ea typeface="Calibri"/>
              </a:rPr>
              <a:t>D</a:t>
            </a:r>
            <a:endParaRPr lang="en-US" sz="1800" b="0" u="none" strike="noStrike">
              <a:solidFill>
                <a:srgbClr val="000000"/>
              </a:solidFill>
              <a:uFillTx/>
              <a:latin typeface="Noto Sans CJK SC"/>
            </a:endParaRPr>
          </a:p>
        </p:txBody>
      </p:sp>
      <p:sp>
        <p:nvSpPr>
          <p:cNvPr id="556" name="Text 28"/>
          <p:cNvSpPr/>
          <p:nvPr/>
        </p:nvSpPr>
        <p:spPr>
          <a:xfrm>
            <a:off x="1056240" y="2889360"/>
            <a:ext cx="1005120" cy="822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14375F"/>
                </a:solidFill>
                <a:uFillTx/>
                <a:latin typeface="Calibri"/>
                <a:ea typeface="Calibri"/>
              </a:rPr>
              <a:t>Demo</a:t>
            </a:r>
            <a:endParaRPr lang="en-US" sz="1000" b="0" u="none" strike="noStrike">
              <a:solidFill>
                <a:srgbClr val="000000"/>
              </a:solidFill>
              <a:uFillTx/>
              <a:latin typeface="Noto Sans CJK SC"/>
            </a:endParaRPr>
          </a:p>
          <a:p>
            <a:pPr defTabSz="914400">
              <a:lnSpc>
                <a:spcPct val="100000"/>
              </a:lnSpc>
              <a:tabLst>
                <a:tab pos="0" algn="l"/>
              </a:tabLst>
            </a:pPr>
            <a:r>
              <a:rPr lang="en-US" sz="1000" b="1" u="none" strike="noStrike">
                <a:solidFill>
                  <a:srgbClr val="14375F"/>
                </a:solidFill>
                <a:uFillTx/>
                <a:latin typeface="Calibri"/>
                <a:ea typeface="Calibri"/>
              </a:rPr>
              <a:t>Presentation</a:t>
            </a:r>
            <a:endParaRPr lang="en-US" sz="1000" b="0" u="none" strike="noStrike">
              <a:solidFill>
                <a:srgbClr val="000000"/>
              </a:solidFill>
              <a:uFillTx/>
              <a:latin typeface="Noto Sans CJK SC"/>
            </a:endParaRPr>
          </a:p>
        </p:txBody>
      </p:sp>
      <p:sp>
        <p:nvSpPr>
          <p:cNvPr id="557" name="Shape 29"/>
          <p:cNvSpPr/>
          <p:nvPr/>
        </p:nvSpPr>
        <p:spPr>
          <a:xfrm>
            <a:off x="2491920" y="2688480"/>
            <a:ext cx="1919520" cy="120636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558" name="Shape 30"/>
          <p:cNvSpPr/>
          <p:nvPr/>
        </p:nvSpPr>
        <p:spPr>
          <a:xfrm>
            <a:off x="2491920" y="2688480"/>
            <a:ext cx="54000" cy="1206360"/>
          </a:xfrm>
          <a:prstGeom prst="rect">
            <a:avLst/>
          </a:prstGeom>
          <a:solidFill>
            <a:srgbClr val="E67E22"/>
          </a:solidFill>
          <a:ln w="12700">
            <a:solidFill>
              <a:srgbClr val="E67E22"/>
            </a:solidFill>
            <a:round/>
          </a:ln>
        </p:spPr>
        <p:style>
          <a:lnRef idx="0">
            <a:scrgbClr r="0" g="0" b="0"/>
          </a:lnRef>
          <a:fillRef idx="0">
            <a:scrgbClr r="0" g="0" b="0"/>
          </a:fillRef>
          <a:effectRef idx="0">
            <a:scrgbClr r="0" g="0" b="0"/>
          </a:effectRef>
          <a:fontRef idx="minor"/>
        </p:style>
        <p:txBody>
          <a:bodyPr lIns="27000" tIns="45000" rIns="27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559" name="Shape 31"/>
          <p:cNvSpPr/>
          <p:nvPr/>
        </p:nvSpPr>
        <p:spPr>
          <a:xfrm>
            <a:off x="2692800" y="2889360"/>
            <a:ext cx="502200" cy="502200"/>
          </a:xfrm>
          <a:prstGeom prst="ellipse">
            <a:avLst/>
          </a:prstGeom>
          <a:solidFill>
            <a:srgbClr val="E67E22"/>
          </a:solidFill>
          <a:ln w="12700">
            <a:solidFill>
              <a:srgbClr val="E67E2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560" name="Text 32"/>
          <p:cNvSpPr/>
          <p:nvPr/>
        </p:nvSpPr>
        <p:spPr>
          <a:xfrm>
            <a:off x="2692800" y="2889360"/>
            <a:ext cx="50220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FFFFFF"/>
                </a:solidFill>
                <a:uFillTx/>
                <a:latin typeface="Calibri"/>
                <a:ea typeface="Calibri"/>
              </a:rPr>
              <a:t>A</a:t>
            </a:r>
            <a:endParaRPr lang="en-US" sz="1800" b="0" u="none" strike="noStrike">
              <a:solidFill>
                <a:srgbClr val="000000"/>
              </a:solidFill>
              <a:uFillTx/>
              <a:latin typeface="Noto Sans CJK SC"/>
            </a:endParaRPr>
          </a:p>
        </p:txBody>
      </p:sp>
      <p:sp>
        <p:nvSpPr>
          <p:cNvPr id="561" name="Text 33"/>
          <p:cNvSpPr/>
          <p:nvPr/>
        </p:nvSpPr>
        <p:spPr>
          <a:xfrm>
            <a:off x="3296520" y="2889360"/>
            <a:ext cx="1005120" cy="822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14375F"/>
                </a:solidFill>
                <a:uFillTx/>
                <a:latin typeface="Calibri"/>
                <a:ea typeface="Calibri"/>
              </a:rPr>
              <a:t>Allure</a:t>
            </a:r>
            <a:endParaRPr lang="en-US" sz="1000" b="0" u="none" strike="noStrike">
              <a:solidFill>
                <a:srgbClr val="000000"/>
              </a:solidFill>
              <a:uFillTx/>
              <a:latin typeface="Noto Sans CJK SC"/>
            </a:endParaRPr>
          </a:p>
          <a:p>
            <a:pPr defTabSz="914400">
              <a:lnSpc>
                <a:spcPct val="100000"/>
              </a:lnSpc>
              <a:tabLst>
                <a:tab pos="0" algn="l"/>
              </a:tabLst>
            </a:pPr>
            <a:r>
              <a:rPr lang="en-US" sz="1000" b="1" u="none" strike="noStrike">
                <a:solidFill>
                  <a:srgbClr val="14375F"/>
                </a:solidFill>
                <a:uFillTx/>
                <a:latin typeface="Calibri"/>
                <a:ea typeface="Calibri"/>
              </a:rPr>
              <a:t>Reports</a:t>
            </a:r>
            <a:endParaRPr lang="en-US" sz="1000" b="0" u="none" strike="noStrike">
              <a:solidFill>
                <a:srgbClr val="000000"/>
              </a:solidFill>
              <a:uFillTx/>
              <a:latin typeface="Noto Sans CJK SC"/>
            </a:endParaRPr>
          </a:p>
        </p:txBody>
      </p:sp>
      <p:sp>
        <p:nvSpPr>
          <p:cNvPr id="562" name="Shape 34"/>
          <p:cNvSpPr/>
          <p:nvPr/>
        </p:nvSpPr>
        <p:spPr>
          <a:xfrm>
            <a:off x="4732200" y="2688480"/>
            <a:ext cx="1919520" cy="1206360"/>
          </a:xfrm>
          <a:prstGeom prst="rect">
            <a:avLst/>
          </a:prstGeom>
          <a:solidFill>
            <a:srgbClr val="FFFFFF"/>
          </a:solidFill>
          <a:ln w="12700">
            <a:solidFill>
              <a:srgbClr val="CBD8E8"/>
            </a:solidFill>
            <a:round/>
          </a:ln>
          <a:effectLst>
            <a:outerShdw blurRad="10152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563" name="Shape 35"/>
          <p:cNvSpPr/>
          <p:nvPr/>
        </p:nvSpPr>
        <p:spPr>
          <a:xfrm>
            <a:off x="4732200" y="2688480"/>
            <a:ext cx="54000" cy="1206360"/>
          </a:xfrm>
          <a:prstGeom prst="rect">
            <a:avLst/>
          </a:prstGeom>
          <a:solidFill>
            <a:srgbClr val="C0392B"/>
          </a:solidFill>
          <a:ln w="12700">
            <a:solidFill>
              <a:srgbClr val="C0392B"/>
            </a:solidFill>
            <a:round/>
          </a:ln>
        </p:spPr>
        <p:style>
          <a:lnRef idx="0">
            <a:scrgbClr r="0" g="0" b="0"/>
          </a:lnRef>
          <a:fillRef idx="0">
            <a:scrgbClr r="0" g="0" b="0"/>
          </a:fillRef>
          <a:effectRef idx="0">
            <a:scrgbClr r="0" g="0" b="0"/>
          </a:effectRef>
          <a:fontRef idx="minor"/>
        </p:style>
        <p:txBody>
          <a:bodyPr lIns="27000" tIns="45000" rIns="27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564" name="Shape 36"/>
          <p:cNvSpPr/>
          <p:nvPr/>
        </p:nvSpPr>
        <p:spPr>
          <a:xfrm>
            <a:off x="4933080" y="2889360"/>
            <a:ext cx="502200" cy="502200"/>
          </a:xfrm>
          <a:prstGeom prst="ellipse">
            <a:avLst/>
          </a:prstGeom>
          <a:solidFill>
            <a:srgbClr val="C0392B"/>
          </a:solidFill>
          <a:ln w="12700">
            <a:solidFill>
              <a:srgbClr val="C0392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565" name="Text 37"/>
          <p:cNvSpPr/>
          <p:nvPr/>
        </p:nvSpPr>
        <p:spPr>
          <a:xfrm>
            <a:off x="4933080" y="2889360"/>
            <a:ext cx="50220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FFFFFF"/>
                </a:solidFill>
                <a:uFillTx/>
                <a:latin typeface="Calibri"/>
                <a:ea typeface="Calibri"/>
              </a:rPr>
              <a:t>L</a:t>
            </a:r>
            <a:endParaRPr lang="en-US" sz="1800" b="0" u="none" strike="noStrike">
              <a:solidFill>
                <a:srgbClr val="000000"/>
              </a:solidFill>
              <a:uFillTx/>
              <a:latin typeface="Noto Sans CJK SC"/>
            </a:endParaRPr>
          </a:p>
        </p:txBody>
      </p:sp>
      <p:sp>
        <p:nvSpPr>
          <p:cNvPr id="566" name="Text 38"/>
          <p:cNvSpPr/>
          <p:nvPr/>
        </p:nvSpPr>
        <p:spPr>
          <a:xfrm>
            <a:off x="5536800" y="2889360"/>
            <a:ext cx="1005120" cy="822240"/>
          </a:xfrm>
          <a:prstGeom prst="rect">
            <a:avLst/>
          </a:prstGeom>
          <a:noFill/>
          <a:ln w="0">
            <a:noFill/>
          </a:ln>
        </p:spPr>
        <p:style>
          <a:lnRef idx="0">
            <a:scrgbClr r="0" g="0" b="0"/>
          </a:lnRef>
          <a:fillRef idx="0">
            <a:scrgbClr r="0" g="0" b="0"/>
          </a:fillRef>
          <a:effectRef idx="0">
            <a:scrgbClr r="0" g="0" b="0"/>
          </a:effectRef>
          <a:fontRef idx="minor"/>
        </p:style>
        <p:txBody>
          <a:bodyPr lIns="69840" tIns="45000" rIns="69840" bIns="45000" anchor="ctr">
            <a:noAutofit/>
          </a:bodyPr>
          <a:lstStyle/>
          <a:p>
            <a:pPr defTabSz="914400">
              <a:lnSpc>
                <a:spcPct val="100000"/>
              </a:lnSpc>
              <a:tabLst>
                <a:tab pos="0" algn="l"/>
              </a:tabLst>
            </a:pPr>
            <a:r>
              <a:rPr lang="en-US" sz="1000" b="1" u="none" strike="noStrike">
                <a:solidFill>
                  <a:srgbClr val="14375F"/>
                </a:solidFill>
                <a:uFillTx/>
                <a:latin typeface="Calibri"/>
                <a:ea typeface="Calibri"/>
              </a:rPr>
              <a:t>Execution Logs</a:t>
            </a:r>
            <a:endParaRPr lang="en-US" sz="1000" b="0" u="none" strike="noStrike">
              <a:solidFill>
                <a:srgbClr val="000000"/>
              </a:solidFill>
              <a:uFillTx/>
              <a:latin typeface="Noto Sans CJK SC"/>
            </a:endParaRPr>
          </a:p>
          <a:p>
            <a:pPr defTabSz="914400">
              <a:lnSpc>
                <a:spcPct val="100000"/>
              </a:lnSpc>
              <a:tabLst>
                <a:tab pos="0" algn="l"/>
              </a:tabLst>
            </a:pPr>
            <a:r>
              <a:rPr lang="en-US" sz="1000" b="1" u="none" strike="noStrike">
                <a:solidFill>
                  <a:srgbClr val="14375F"/>
                </a:solidFill>
                <a:uFillTx/>
                <a:latin typeface="Calibri"/>
                <a:ea typeface="Calibri"/>
              </a:rPr>
              <a:t>&amp; Screenshots</a:t>
            </a:r>
            <a:endParaRPr lang="en-US" sz="1000" b="0" u="none" strike="noStrike">
              <a:solidFill>
                <a:srgbClr val="000000"/>
              </a:solidFill>
              <a:uFillTx/>
              <a:latin typeface="Noto Sans CJK SC"/>
            </a:endParaRPr>
          </a:p>
        </p:txBody>
      </p:sp>
      <p:sp>
        <p:nvSpPr>
          <p:cNvPr id="567" name="Shape 39"/>
          <p:cNvSpPr/>
          <p:nvPr/>
        </p:nvSpPr>
        <p:spPr>
          <a:xfrm>
            <a:off x="365760" y="4626720"/>
            <a:ext cx="8411760" cy="200520"/>
          </a:xfrm>
          <a:prstGeom prst="rect">
            <a:avLst/>
          </a:prstGeom>
          <a:solidFill>
            <a:srgbClr val="EBF4FB"/>
          </a:solidFill>
          <a:ln w="12700">
            <a:solidFill>
              <a:srgbClr val="CBD8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568" name="Text 40"/>
          <p:cNvSpPr/>
          <p:nvPr/>
        </p:nvSpPr>
        <p:spPr>
          <a:xfrm>
            <a:off x="457200" y="4645080"/>
            <a:ext cx="822888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800" b="0" u="none" strike="noStrike">
                <a:solidFill>
                  <a:srgbClr val="6B7C93"/>
                </a:solidFill>
                <a:uFillTx/>
                <a:latin typeface="Calibri"/>
                <a:ea typeface="Calibri"/>
              </a:rPr>
              <a:t>Automation source code · BDD scenarios · reports · screenshots · logs · documentation · final presentation — prepared for evaluation.</a:t>
            </a:r>
            <a:endParaRPr lang="en-US" sz="800" b="0" u="none" strike="noStrike">
              <a:solidFill>
                <a:srgbClr val="000000"/>
              </a:solidFill>
              <a:uFillTx/>
              <a:latin typeface="Noto Sans CJK SC"/>
            </a:endParaRPr>
          </a:p>
        </p:txBody>
      </p:sp>
      <p:sp>
        <p:nvSpPr>
          <p:cNvPr id="569" name="Shape 41"/>
          <p:cNvSpPr/>
          <p:nvPr/>
        </p:nvSpPr>
        <p:spPr>
          <a:xfrm>
            <a:off x="0" y="4818960"/>
            <a:ext cx="9143280" cy="12960"/>
          </a:xfrm>
          <a:prstGeom prst="rect">
            <a:avLst/>
          </a:prstGeom>
          <a:solidFill>
            <a:srgbClr val="CBD8E8"/>
          </a:solidFill>
          <a:ln w="12700">
            <a:solidFill>
              <a:srgbClr val="CBD8E8"/>
            </a:solidFill>
            <a:round/>
          </a:ln>
        </p:spPr>
        <p:style>
          <a:lnRef idx="0">
            <a:scrgbClr r="0" g="0" b="0"/>
          </a:lnRef>
          <a:fillRef idx="0">
            <a:scrgbClr r="0" g="0" b="0"/>
          </a:fillRef>
          <a:effectRef idx="0">
            <a:scrgbClr r="0" g="0" b="0"/>
          </a:effectRef>
          <a:fontRef idx="minor"/>
        </p:style>
        <p:txBody>
          <a:bodyPr lIns="90000" tIns="-31320" rIns="90000" bIns="-31320" anchor="t">
            <a:noAutofit/>
          </a:bodyPr>
          <a:lstStyle/>
          <a:p>
            <a:pPr defTabSz="914400">
              <a:lnSpc>
                <a:spcPct val="100000"/>
              </a:lnSpc>
            </a:pPr>
            <a:endParaRPr lang="en-US" sz="1800" b="0" u="none" strike="noStrike">
              <a:solidFill>
                <a:srgbClr val="000000"/>
              </a:solidFill>
              <a:uFillTx/>
              <a:latin typeface="Noto Sans CJK SC"/>
            </a:endParaRPr>
          </a:p>
        </p:txBody>
      </p:sp>
      <p:sp>
        <p:nvSpPr>
          <p:cNvPr id="570" name="Text 42"/>
          <p:cNvSpPr/>
          <p:nvPr/>
        </p:nvSpPr>
        <p:spPr>
          <a:xfrm>
            <a:off x="320040" y="4846320"/>
            <a:ext cx="640008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50" b="0" u="none" strike="noStrike">
                <a:solidFill>
                  <a:srgbClr val="6B7C93"/>
                </a:solidFill>
                <a:uFillTx/>
                <a:latin typeface="Calibri"/>
                <a:ea typeface="Calibri"/>
              </a:rPr>
              <a:t>Goibibo End-to-End Automation Testing Framework</a:t>
            </a:r>
            <a:endParaRPr lang="en-US" sz="750" b="0" u="none" strike="noStrike">
              <a:solidFill>
                <a:srgbClr val="000000"/>
              </a:solidFill>
              <a:uFillTx/>
              <a:latin typeface="Noto Sans CJK SC"/>
            </a:endParaRPr>
          </a:p>
        </p:txBody>
      </p:sp>
      <p:sp>
        <p:nvSpPr>
          <p:cNvPr id="571" name="Text 43"/>
          <p:cNvSpPr/>
          <p:nvPr/>
        </p:nvSpPr>
        <p:spPr>
          <a:xfrm>
            <a:off x="8503920" y="4827960"/>
            <a:ext cx="50220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900" b="1" u="none" strike="noStrike">
                <a:solidFill>
                  <a:srgbClr val="1677C8"/>
                </a:solidFill>
                <a:uFillTx/>
                <a:latin typeface="Calibri"/>
                <a:ea typeface="Calibri"/>
              </a:rPr>
              <a:t>08</a:t>
            </a:r>
            <a:endParaRPr lang="en-US" sz="900" b="0" u="none" strike="noStrike">
              <a:solidFill>
                <a:srgbClr val="000000"/>
              </a:solidFill>
              <a:uFillTx/>
              <a:latin typeface="Noto Sans CJK SC"/>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572" name="Shape 0"/>
          <p:cNvSpPr/>
          <p:nvPr/>
        </p:nvSpPr>
        <p:spPr>
          <a:xfrm>
            <a:off x="0" y="0"/>
            <a:ext cx="9143280" cy="72360"/>
          </a:xfrm>
          <a:prstGeom prst="rect">
            <a:avLst/>
          </a:prstGeom>
          <a:solidFill>
            <a:srgbClr val="00A3E0"/>
          </a:solidFill>
          <a:ln w="12700">
            <a:solidFill>
              <a:srgbClr val="00A3E0"/>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573" name="Shape 1"/>
          <p:cNvSpPr/>
          <p:nvPr/>
        </p:nvSpPr>
        <p:spPr>
          <a:xfrm>
            <a:off x="0" y="5070240"/>
            <a:ext cx="9143280" cy="72360"/>
          </a:xfrm>
          <a:prstGeom prst="rect">
            <a:avLst/>
          </a:prstGeom>
          <a:solidFill>
            <a:srgbClr val="F05A28"/>
          </a:solidFill>
          <a:ln w="12700">
            <a:solidFill>
              <a:srgbClr val="F05A28"/>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574" name="Text 2"/>
          <p:cNvSpPr/>
          <p:nvPr/>
        </p:nvSpPr>
        <p:spPr>
          <a:xfrm>
            <a:off x="457200" y="731520"/>
            <a:ext cx="8228880" cy="1188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6400" b="1" u="none" strike="noStrike">
                <a:solidFill>
                  <a:srgbClr val="FFFFFF"/>
                </a:solidFill>
                <a:uFillTx/>
                <a:latin typeface="Calibri Light"/>
                <a:ea typeface="Calibri Light"/>
              </a:rPr>
              <a:t>Thank You</a:t>
            </a:r>
            <a:endParaRPr lang="en-US" sz="6400" b="0" u="none" strike="noStrike">
              <a:solidFill>
                <a:srgbClr val="FFFFFF"/>
              </a:solidFill>
              <a:uFillTx/>
              <a:latin typeface="Noto Sans CJK SC"/>
            </a:endParaRPr>
          </a:p>
        </p:txBody>
      </p:sp>
      <p:sp>
        <p:nvSpPr>
          <p:cNvPr id="575" name="Text 3"/>
          <p:cNvSpPr/>
          <p:nvPr/>
        </p:nvSpPr>
        <p:spPr>
          <a:xfrm>
            <a:off x="457200" y="1920240"/>
            <a:ext cx="8228880" cy="383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800" b="0" u="none" strike="noStrike" spc="201">
                <a:solidFill>
                  <a:srgbClr val="00A3E0"/>
                </a:solidFill>
                <a:uFillTx/>
                <a:latin typeface="Calibri"/>
                <a:ea typeface="Calibri"/>
              </a:rPr>
              <a:t>Goibibo Automation Testing Project</a:t>
            </a:r>
            <a:endParaRPr lang="en-US" sz="1800" b="0" u="none" strike="noStrike">
              <a:solidFill>
                <a:srgbClr val="FFFFFF"/>
              </a:solidFill>
              <a:uFillTx/>
              <a:latin typeface="Noto Sans CJK SC"/>
            </a:endParaRPr>
          </a:p>
        </p:txBody>
      </p:sp>
      <p:sp>
        <p:nvSpPr>
          <p:cNvPr id="576" name="Shape 4"/>
          <p:cNvSpPr/>
          <p:nvPr/>
        </p:nvSpPr>
        <p:spPr>
          <a:xfrm>
            <a:off x="3200400" y="2414160"/>
            <a:ext cx="2742480" cy="401760"/>
          </a:xfrm>
          <a:prstGeom prst="roundRect">
            <a:avLst>
              <a:gd name="adj" fmla="val 50000"/>
            </a:avLst>
          </a:prstGeom>
          <a:solidFill>
            <a:srgbClr val="1A2E44"/>
          </a:solidFill>
          <a:ln w="19050">
            <a:solidFill>
              <a:srgbClr val="00A3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577" name="Text 5"/>
          <p:cNvSpPr/>
          <p:nvPr/>
        </p:nvSpPr>
        <p:spPr>
          <a:xfrm>
            <a:off x="3200400" y="2414160"/>
            <a:ext cx="2742480" cy="401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FFFFFF"/>
                </a:solidFill>
                <a:uFillTx/>
                <a:latin typeface="Calibri"/>
                <a:ea typeface="Calibri"/>
              </a:rPr>
              <a:t>Questions &amp; Answers</a:t>
            </a:r>
            <a:endParaRPr lang="en-US" sz="1300" b="0" u="none" strike="noStrike">
              <a:solidFill>
                <a:srgbClr val="FFFFFF"/>
              </a:solidFill>
              <a:uFillTx/>
              <a:latin typeface="Noto Sans CJK SC"/>
            </a:endParaRPr>
          </a:p>
        </p:txBody>
      </p:sp>
      <p:sp>
        <p:nvSpPr>
          <p:cNvPr id="578" name="Shape 6"/>
          <p:cNvSpPr/>
          <p:nvPr/>
        </p:nvSpPr>
        <p:spPr>
          <a:xfrm>
            <a:off x="1083600" y="3017520"/>
            <a:ext cx="1233720" cy="346680"/>
          </a:xfrm>
          <a:prstGeom prst="roundRect">
            <a:avLst>
              <a:gd name="adj" fmla="val 50000"/>
            </a:avLst>
          </a:prstGeom>
          <a:solidFill>
            <a:srgbClr val="1677C8"/>
          </a:solidFill>
          <a:ln w="12700">
            <a:solidFill>
              <a:srgbClr val="1677C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579" name="Text 7"/>
          <p:cNvSpPr/>
          <p:nvPr/>
        </p:nvSpPr>
        <p:spPr>
          <a:xfrm>
            <a:off x="1083600" y="3017520"/>
            <a:ext cx="123372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uFillTx/>
                <a:latin typeface="Calibri"/>
                <a:ea typeface="Calibri"/>
              </a:rPr>
              <a:t>Hotels</a:t>
            </a:r>
            <a:endParaRPr lang="en-US" sz="1100" b="0" u="none" strike="noStrike">
              <a:solidFill>
                <a:srgbClr val="FFFFFF"/>
              </a:solidFill>
              <a:uFillTx/>
              <a:latin typeface="Noto Sans CJK SC"/>
            </a:endParaRPr>
          </a:p>
        </p:txBody>
      </p:sp>
      <p:sp>
        <p:nvSpPr>
          <p:cNvPr id="580" name="Shape 8"/>
          <p:cNvSpPr/>
          <p:nvPr/>
        </p:nvSpPr>
        <p:spPr>
          <a:xfrm>
            <a:off x="2519280" y="3017520"/>
            <a:ext cx="1233720" cy="346680"/>
          </a:xfrm>
          <a:prstGeom prst="roundRect">
            <a:avLst>
              <a:gd name="adj" fmla="val 50000"/>
            </a:avLst>
          </a:prstGeom>
          <a:solidFill>
            <a:srgbClr val="00A3E0"/>
          </a:solidFill>
          <a:ln w="12700">
            <a:solidFill>
              <a:srgbClr val="00A3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581" name="Text 9"/>
          <p:cNvSpPr/>
          <p:nvPr/>
        </p:nvSpPr>
        <p:spPr>
          <a:xfrm>
            <a:off x="2519280" y="3017520"/>
            <a:ext cx="123372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uFillTx/>
                <a:latin typeface="Calibri"/>
                <a:ea typeface="Calibri"/>
              </a:rPr>
              <a:t>Cabs</a:t>
            </a:r>
            <a:endParaRPr lang="en-US" sz="1100" b="0" u="none" strike="noStrike">
              <a:solidFill>
                <a:srgbClr val="FFFFFF"/>
              </a:solidFill>
              <a:uFillTx/>
              <a:latin typeface="Noto Sans CJK SC"/>
            </a:endParaRPr>
          </a:p>
        </p:txBody>
      </p:sp>
      <p:sp>
        <p:nvSpPr>
          <p:cNvPr id="582" name="Shape 10"/>
          <p:cNvSpPr/>
          <p:nvPr/>
        </p:nvSpPr>
        <p:spPr>
          <a:xfrm>
            <a:off x="3954960" y="3017520"/>
            <a:ext cx="1233720" cy="346680"/>
          </a:xfrm>
          <a:prstGeom prst="roundRect">
            <a:avLst>
              <a:gd name="adj" fmla="val 50000"/>
            </a:avLst>
          </a:prstGeom>
          <a:solidFill>
            <a:srgbClr val="F05A28"/>
          </a:solidFill>
          <a:ln w="12700">
            <a:solidFill>
              <a:srgbClr val="F05A2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583" name="Text 11"/>
          <p:cNvSpPr/>
          <p:nvPr/>
        </p:nvSpPr>
        <p:spPr>
          <a:xfrm>
            <a:off x="3954960" y="3017520"/>
            <a:ext cx="123372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uFillTx/>
                <a:latin typeface="Calibri"/>
                <a:ea typeface="Calibri"/>
              </a:rPr>
              <a:t>Bus</a:t>
            </a:r>
            <a:endParaRPr lang="en-US" sz="1100" b="0" u="none" strike="noStrike">
              <a:solidFill>
                <a:srgbClr val="FFFFFF"/>
              </a:solidFill>
              <a:uFillTx/>
              <a:latin typeface="Noto Sans CJK SC"/>
            </a:endParaRPr>
          </a:p>
        </p:txBody>
      </p:sp>
      <p:sp>
        <p:nvSpPr>
          <p:cNvPr id="584" name="Shape 12"/>
          <p:cNvSpPr/>
          <p:nvPr/>
        </p:nvSpPr>
        <p:spPr>
          <a:xfrm>
            <a:off x="5390280" y="3017520"/>
            <a:ext cx="1233720" cy="346680"/>
          </a:xfrm>
          <a:prstGeom prst="roundRect">
            <a:avLst>
              <a:gd name="adj" fmla="val 50000"/>
            </a:avLst>
          </a:prstGeom>
          <a:solidFill>
            <a:srgbClr val="27AE60"/>
          </a:solidFill>
          <a:ln w="12700">
            <a:solidFill>
              <a:srgbClr val="27AE6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585" name="Text 13"/>
          <p:cNvSpPr/>
          <p:nvPr/>
        </p:nvSpPr>
        <p:spPr>
          <a:xfrm>
            <a:off x="5390280" y="3017520"/>
            <a:ext cx="123372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uFillTx/>
                <a:latin typeface="Calibri"/>
                <a:ea typeface="Calibri"/>
              </a:rPr>
              <a:t>Trains</a:t>
            </a:r>
            <a:endParaRPr lang="en-US" sz="1100" b="0" u="none" strike="noStrike">
              <a:solidFill>
                <a:srgbClr val="FFFFFF"/>
              </a:solidFill>
              <a:uFillTx/>
              <a:latin typeface="Noto Sans CJK SC"/>
            </a:endParaRPr>
          </a:p>
        </p:txBody>
      </p:sp>
      <p:sp>
        <p:nvSpPr>
          <p:cNvPr id="586" name="Shape 14"/>
          <p:cNvSpPr/>
          <p:nvPr/>
        </p:nvSpPr>
        <p:spPr>
          <a:xfrm>
            <a:off x="6825960" y="3017520"/>
            <a:ext cx="1233720" cy="346680"/>
          </a:xfrm>
          <a:prstGeom prst="roundRect">
            <a:avLst>
              <a:gd name="adj" fmla="val 50000"/>
            </a:avLst>
          </a:prstGeom>
          <a:solidFill>
            <a:srgbClr val="8E44AD"/>
          </a:solidFill>
          <a:ln w="12700">
            <a:solidFill>
              <a:srgbClr val="8E44A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FFFFFF"/>
              </a:solidFill>
              <a:uFillTx/>
              <a:latin typeface="Noto Sans CJK SC"/>
            </a:endParaRPr>
          </a:p>
        </p:txBody>
      </p:sp>
      <p:sp>
        <p:nvSpPr>
          <p:cNvPr id="587" name="Text 15"/>
          <p:cNvSpPr/>
          <p:nvPr/>
        </p:nvSpPr>
        <p:spPr>
          <a:xfrm>
            <a:off x="6825960" y="3017520"/>
            <a:ext cx="123372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uFillTx/>
                <a:latin typeface="Calibri"/>
                <a:ea typeface="Calibri"/>
              </a:rPr>
              <a:t>Holidays</a:t>
            </a:r>
            <a:endParaRPr lang="en-US" sz="1100" b="0" u="none" strike="noStrike">
              <a:solidFill>
                <a:srgbClr val="FFFFFF"/>
              </a:solidFill>
              <a:uFillTx/>
              <a:latin typeface="Noto Sans CJK SC"/>
            </a:endParaRPr>
          </a:p>
        </p:txBody>
      </p:sp>
      <p:sp>
        <p:nvSpPr>
          <p:cNvPr id="588" name="Text 16"/>
          <p:cNvSpPr/>
          <p:nvPr/>
        </p:nvSpPr>
        <p:spPr>
          <a:xfrm>
            <a:off x="457200" y="3566160"/>
            <a:ext cx="8228880" cy="25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000" b="0" u="none" strike="noStrike">
                <a:solidFill>
                  <a:srgbClr val="6B8FA8"/>
                </a:solidFill>
                <a:uFillTx/>
                <a:latin typeface="Calibri"/>
                <a:ea typeface="Calibri"/>
              </a:rPr>
              <a:t>Team Collaboration  ·  Selenium  ·  Python  ·  BDD  ·  Allure</a:t>
            </a:r>
            <a:endParaRPr lang="en-US" sz="1000" b="0" u="none" strike="noStrike">
              <a:solidFill>
                <a:srgbClr val="FFFFFF"/>
              </a:solidFill>
              <a:uFillTx/>
              <a:latin typeface="Noto Sans CJK SC"/>
            </a:endParaRPr>
          </a:p>
        </p:txBody>
      </p:sp>
      <p:sp>
        <p:nvSpPr>
          <p:cNvPr id="589" name="Text 17"/>
          <p:cNvSpPr/>
          <p:nvPr/>
        </p:nvSpPr>
        <p:spPr>
          <a:xfrm>
            <a:off x="457200" y="4754880"/>
            <a:ext cx="822888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850" b="0" u="none" strike="noStrike">
                <a:solidFill>
                  <a:srgbClr val="4A6880"/>
                </a:solidFill>
                <a:uFillTx/>
                <a:latin typeface="Calibri"/>
                <a:ea typeface="Calibri"/>
              </a:rPr>
              <a:t>Team Goibibo Automation  ·  Final Project Demonstration</a:t>
            </a:r>
            <a:endParaRPr lang="en-US" sz="850" b="0" u="none" strike="noStrike">
              <a:solidFill>
                <a:srgbClr val="FFFFFF"/>
              </a:solidFill>
              <a:uFillTx/>
              <a:latin typeface="Noto Sans CJK SC"/>
            </a:endParaRPr>
          </a:p>
        </p:txBody>
      </p:sp>
      <p:sp>
        <p:nvSpPr>
          <p:cNvPr id="590" name="Text 18"/>
          <p:cNvSpPr/>
          <p:nvPr/>
        </p:nvSpPr>
        <p:spPr>
          <a:xfrm>
            <a:off x="8595360" y="4864680"/>
            <a:ext cx="41076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900" b="1" u="none" strike="noStrike">
                <a:solidFill>
                  <a:srgbClr val="F05A28"/>
                </a:solidFill>
                <a:uFillTx/>
                <a:latin typeface="Calibri"/>
                <a:ea typeface="Calibri"/>
              </a:rPr>
              <a:t>09</a:t>
            </a:r>
            <a:endParaRPr lang="en-US" sz="900" b="0" u="none" strike="noStrike">
              <a:solidFill>
                <a:srgbClr val="FFFFFF"/>
              </a:solidFill>
              <a:uFillTx/>
              <a:latin typeface="Noto Sans CJK SC"/>
            </a:endParaRPr>
          </a:p>
        </p:txBody>
      </p:sp>
    </p:spTree>
  </p:cSld>
  <p:clrMapOvr>
    <a:masterClrMapping/>
  </p:clrMapOvr>
</p:sld>
</file>

<file path=ppt/theme/theme1.xml><?xml version="1.0" encoding="utf-8"?>
<a:theme xmlns:a="http://schemas.openxmlformats.org/drawingml/2006/main" name="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a:fillStyleLst>
        <a:solidFill>
          <a:schemeClr val="phClr"/>
        </a:solidFill>
        <a:solidFill>
          <a:schemeClr val="dk1"/>
        </a:solidFill>
        <a:solidFill>
          <a:schemeClr val="accent1"/>
        </a:soli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36</TotalTime>
  <Words>1357</Words>
  <Application>Microsoft Office PowerPoint</Application>
  <PresentationFormat>On-screen Show (16:9)</PresentationFormat>
  <Paragraphs>357</Paragraphs>
  <Slides>9</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Calibri Light</vt:lpstr>
      <vt:lpstr>Noto Sans CJK SC</vt:lpstr>
      <vt:lpstr>Symbol</vt:lpstr>
      <vt:lpstr>Wingdings</vt:lpstr>
      <vt:lpstr>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subject/>
  <dc:creator>Walnut Exporter</dc:creator>
  <dc:description/>
  <cp:lastModifiedBy>Deekshith Vanaparthi</cp:lastModifiedBy>
  <cp:revision>8</cp:revision>
  <dcterms:created xsi:type="dcterms:W3CDTF">2026-05-24T20:47:00Z</dcterms:created>
  <dcterms:modified xsi:type="dcterms:W3CDTF">2026-05-25T07:30:55Z</dcterms:modified>
  <dc:language>zh-CN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C1D2DD97250E4FF097C66784CEEC5C2B_12</vt:lpwstr>
  </property>
  <property fmtid="{D5CDD505-2E9C-101B-9397-08002B2CF9AE}" pid="3" name="KSOProductBuildVer">
    <vt:lpwstr>2057-12.2.0.23202</vt:lpwstr>
  </property>
  <property fmtid="{D5CDD505-2E9C-101B-9397-08002B2CF9AE}" pid="4" name="PresentationFormat">
    <vt:lpwstr>Converted Presentation</vt:lpwstr>
  </property>
  <property fmtid="{D5CDD505-2E9C-101B-9397-08002B2CF9AE}" pid="5" name="Slides">
    <vt:i4>9</vt:i4>
  </property>
</Properties>
</file>